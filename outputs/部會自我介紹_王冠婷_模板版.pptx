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emf" ContentType="image/x-emf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1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08acc7159942f9" /><Relationship Type="http://schemas.openxmlformats.org/officeDocument/2006/relationships/extended-properties" Target="/docProps/app.xml" Id="R3d8ad870d2cc4caa" /><Relationship Type="http://schemas.openxmlformats.org/officeDocument/2006/relationships/officeDocument" Target="/ppt/presentation.xml" Id="Rad9e11a6d48c44e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47fffea17ce442b"/>
  </p:sldMasterIdLst>
  <p:notesMasterIdLst>
    <p:notesMasterId xmlns:r="http://schemas.openxmlformats.org/officeDocument/2006/relationships" r:id="R7d6e135349df49e0"/>
  </p:notesMasterIdLst>
  <p:sldIdLst>
    <p:sldId xmlns:r="http://schemas.openxmlformats.org/officeDocument/2006/relationships" id="256" r:id="R6ca1dfd0e29d48da"/>
    <p:sldId xmlns:r="http://schemas.openxmlformats.org/officeDocument/2006/relationships" id="257" r:id="R3960ea744b5d4e9f"/>
    <p:sldId xmlns:r="http://schemas.openxmlformats.org/officeDocument/2006/relationships" id="258" r:id="R79a28bd6110f4296"/>
    <p:sldId xmlns:r="http://schemas.openxmlformats.org/officeDocument/2006/relationships" id="259" r:id="Rdc3cdde0b0df4a6b"/>
    <p:sldId xmlns:r="http://schemas.openxmlformats.org/officeDocument/2006/relationships" id="260" r:id="R2c2d69923beb4abf"/>
    <p:sldId xmlns:r="http://schemas.openxmlformats.org/officeDocument/2006/relationships" id="261" r:id="Rea297aef6f1b4f4c"/>
    <p:sldId xmlns:r="http://schemas.openxmlformats.org/officeDocument/2006/relationships" id="262" r:id="R284bbcbca4a84a4d"/>
    <p:sldId xmlns:r="http://schemas.openxmlformats.org/officeDocument/2006/relationships" id="263" r:id="Re3cb6ae0f7054d1a"/>
    <p:sldId xmlns:r="http://schemas.openxmlformats.org/officeDocument/2006/relationships" id="264" r:id="Rad883f4b966f4e98"/>
    <p:sldId xmlns:r="http://schemas.openxmlformats.org/officeDocument/2006/relationships" id="265" r:id="R3d0757912a444734"/>
    <p:sldId xmlns:r="http://schemas.openxmlformats.org/officeDocument/2006/relationships" id="266" r:id="R1726e069ad824b3c"/>
    <p:sldId xmlns:r="http://schemas.openxmlformats.org/officeDocument/2006/relationships" id="267" r:id="R0a899f1c71094b32"/>
    <p:sldId xmlns:r="http://schemas.openxmlformats.org/officeDocument/2006/relationships" id="268" r:id="R801da215b625448d"/>
    <p:sldId xmlns:r="http://schemas.openxmlformats.org/officeDocument/2006/relationships" id="269" r:id="R42920711e39542ec"/>
    <p:sldId xmlns:r="http://schemas.openxmlformats.org/officeDocument/2006/relationships" id="270" r:id="Re023397dae22462b"/>
    <p:sldId xmlns:r="http://schemas.openxmlformats.org/officeDocument/2006/relationships" id="271" r:id="R9b5c7b8ebe174383"/>
    <p:sldId xmlns:r="http://schemas.openxmlformats.org/officeDocument/2006/relationships" id="272" r:id="Rf3691decaff04836"/>
    <p:sldId xmlns:r="http://schemas.openxmlformats.org/officeDocument/2006/relationships" id="273" r:id="Rd3dd4080e934418d"/>
    <p:sldId xmlns:r="http://schemas.openxmlformats.org/officeDocument/2006/relationships" id="274" r:id="R8ec9aa772c4a4b0f"/>
    <p:sldId xmlns:r="http://schemas.openxmlformats.org/officeDocument/2006/relationships" id="275" r:id="R4679ae385e4b4c81"/>
    <p:sldId xmlns:r="http://schemas.openxmlformats.org/officeDocument/2006/relationships" id="276" r:id="R1d967eabf3c242cd"/>
  </p:sldIdLst>
  <p:sldSz cx="9144000" cy="5143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9e2bb24a99f4fb8" /><Relationship Type="http://schemas.openxmlformats.org/officeDocument/2006/relationships/slideMaster" Target="/ppt/slideMasters/slideMaster1.xml" Id="Rb47fffea17ce442b" /><Relationship Type="http://schemas.openxmlformats.org/officeDocument/2006/relationships/notesMaster" Target="/ppt/notesMasters/notesMaster1.xml" Id="R7d6e135349df49e0" /><Relationship Type="http://schemas.openxmlformats.org/officeDocument/2006/relationships/presProps" Target="/ppt/presProps.xml" Id="R75d49f624cfa4e03" /><Relationship Type="http://schemas.openxmlformats.org/officeDocument/2006/relationships/viewProps" Target="/ppt/viewProps.xml" Id="R4093f6ca6ca541b3" /><Relationship Type="http://schemas.openxmlformats.org/officeDocument/2006/relationships/tableStyles" Target="/ppt/tableStyles.xml" Id="R133c0b4102314978" /><Relationship Type="http://schemas.openxmlformats.org/officeDocument/2006/relationships/slide" Target="/ppt/slides/slide1.xml" Id="R6ca1dfd0e29d48da" /><Relationship Type="http://schemas.openxmlformats.org/officeDocument/2006/relationships/slide" Target="/ppt/slides/slide2.xml" Id="R3960ea744b5d4e9f" /><Relationship Type="http://schemas.openxmlformats.org/officeDocument/2006/relationships/slide" Target="/ppt/slides/slide3.xml" Id="R79a28bd6110f4296" /><Relationship Type="http://schemas.openxmlformats.org/officeDocument/2006/relationships/slide" Target="/ppt/slides/slide4.xml" Id="Rdc3cdde0b0df4a6b" /><Relationship Type="http://schemas.openxmlformats.org/officeDocument/2006/relationships/slide" Target="/ppt/slides/slide5.xml" Id="R2c2d69923beb4abf" /><Relationship Type="http://schemas.openxmlformats.org/officeDocument/2006/relationships/slide" Target="/ppt/slides/slide6.xml" Id="Rea297aef6f1b4f4c" /><Relationship Type="http://schemas.openxmlformats.org/officeDocument/2006/relationships/slide" Target="/ppt/slides/slide7.xml" Id="R284bbcbca4a84a4d" /><Relationship Type="http://schemas.openxmlformats.org/officeDocument/2006/relationships/slide" Target="/ppt/slides/slide8.xml" Id="Re3cb6ae0f7054d1a" /><Relationship Type="http://schemas.openxmlformats.org/officeDocument/2006/relationships/slide" Target="/ppt/slides/slide9.xml" Id="Rad883f4b966f4e98" /><Relationship Type="http://schemas.openxmlformats.org/officeDocument/2006/relationships/slide" Target="/ppt/slides/slide10.xml" Id="R3d0757912a444734" /><Relationship Type="http://schemas.openxmlformats.org/officeDocument/2006/relationships/slide" Target="/ppt/slides/slide11.xml" Id="R1726e069ad824b3c" /><Relationship Type="http://schemas.openxmlformats.org/officeDocument/2006/relationships/slide" Target="/ppt/slides/slide12.xml" Id="R0a899f1c71094b32" /><Relationship Type="http://schemas.openxmlformats.org/officeDocument/2006/relationships/slide" Target="/ppt/slides/slide13.xml" Id="R801da215b625448d" /><Relationship Type="http://schemas.openxmlformats.org/officeDocument/2006/relationships/slide" Target="/ppt/slides/slide14.xml" Id="R42920711e39542ec" /><Relationship Type="http://schemas.openxmlformats.org/officeDocument/2006/relationships/slide" Target="/ppt/slides/slide15.xml" Id="Re023397dae22462b" /><Relationship Type="http://schemas.openxmlformats.org/officeDocument/2006/relationships/slide" Target="/ppt/slides/slide16.xml" Id="R9b5c7b8ebe174383" /><Relationship Type="http://schemas.openxmlformats.org/officeDocument/2006/relationships/slide" Target="/ppt/slides/slide17.xml" Id="Rf3691decaff04836" /><Relationship Type="http://schemas.openxmlformats.org/officeDocument/2006/relationships/slide" Target="/ppt/slides/slide18.xml" Id="Rd3dd4080e934418d" /><Relationship Type="http://schemas.openxmlformats.org/officeDocument/2006/relationships/slide" Target="/ppt/slides/slide19.xml" Id="R8ec9aa772c4a4b0f" /><Relationship Type="http://schemas.openxmlformats.org/officeDocument/2006/relationships/slide" Target="/ppt/slides/slide20.xml" Id="R4679ae385e4b4c81" /><Relationship Type="http://schemas.openxmlformats.org/officeDocument/2006/relationships/slide" Target="/ppt/slides/slide21.xml" Id="R1d967eabf3c242c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7e89b93a4a546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佈景主題">
  <a:themeElements>
    <a:clrScheme name="IT專用色卡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7B37E"/>
      </a:accent1>
      <a:accent2>
        <a:srgbClr val="79C066"/>
      </a:accent2>
      <a:accent3>
        <a:srgbClr val="1B758B"/>
      </a:accent3>
      <a:accent4>
        <a:srgbClr val="FDD300"/>
      </a:accent4>
      <a:accent5>
        <a:srgbClr val="5B9BD5"/>
      </a:accent5>
      <a:accent6>
        <a:srgbClr val="38BC96"/>
      </a:accent6>
      <a:hlink>
        <a:srgbClr val="C60000"/>
      </a:hlink>
      <a:folHlink>
        <a:srgbClr val="83BFB5"/>
      </a:folHlink>
    </a:clrScheme>
    <a:fontScheme name="IT專用字體">
      <a:majorFont>
        <a:latin typeface="Calibri"/>
        <a:ea typeface="微軟正黑體"/>
        <a:cs typeface=""/>
      </a:majorFont>
      <a:minorFont>
        <a:latin typeface="Calibri"/>
        <a:ea typeface="微軟正黑體"/>
        <a:cs typeface=""/>
      </a:minorFont>
    </a:fontScheme>
    <a:fmtScheme name="IT專用色卡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e213d0c35124231" /><Relationship Type="http://schemas.openxmlformats.org/officeDocument/2006/relationships/notesMaster" Target="/ppt/notesMasters/notesMaster1.xml" Id="R2e2b651661a34e6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dbc291d30a14183" /><Relationship Type="http://schemas.openxmlformats.org/officeDocument/2006/relationships/notesMaster" Target="/ppt/notesMasters/notesMaster1.xml" Id="R2c8c4b04877942f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42dd3c6ed79462b" /><Relationship Type="http://schemas.openxmlformats.org/officeDocument/2006/relationships/notesMaster" Target="/ppt/notesMasters/notesMaster1.xml" Id="R2e0ef64c5c6a49b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e090753d4ea47dd" /><Relationship Type="http://schemas.openxmlformats.org/officeDocument/2006/relationships/notesMaster" Target="/ppt/notesMasters/notesMaster1.xml" Id="R2c63a897b413485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8527c6fc4e241b1" /><Relationship Type="http://schemas.openxmlformats.org/officeDocument/2006/relationships/notesMaster" Target="/ppt/notesMasters/notesMaster1.xml" Id="Rc99961c28d43413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70fad5ebe9d4a4b" /><Relationship Type="http://schemas.openxmlformats.org/officeDocument/2006/relationships/notesMaster" Target="/ppt/notesMasters/notesMaster1.xml" Id="Rbf0dd27ac56c417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f72028e3f334a95" /><Relationship Type="http://schemas.openxmlformats.org/officeDocument/2006/relationships/notesMaster" Target="/ppt/notesMasters/notesMaster1.xml" Id="R8cba4a16d06d4b5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1c63a04c83d4ea6" /><Relationship Type="http://schemas.openxmlformats.org/officeDocument/2006/relationships/notesMaster" Target="/ppt/notesMasters/notesMaster1.xml" Id="R00b36b1a60f7492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ce9a01e002f48a7" /><Relationship Type="http://schemas.openxmlformats.org/officeDocument/2006/relationships/notesMaster" Target="/ppt/notesMasters/notesMaster1.xml" Id="R7c15e23ffbea462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35c345a2c204ea9" /><Relationship Type="http://schemas.openxmlformats.org/officeDocument/2006/relationships/notesMaster" Target="/ppt/notesMasters/notesMaster1.xml" Id="R464f0e4d15234a8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d064245af674f52" /><Relationship Type="http://schemas.openxmlformats.org/officeDocument/2006/relationships/notesMaster" Target="/ppt/notesMasters/notesMaster1.xml" Id="R41109857e0144bc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b54bb62271c4012" /><Relationship Type="http://schemas.openxmlformats.org/officeDocument/2006/relationships/notesMaster" Target="/ppt/notesMasters/notesMaster1.xml" Id="Rc744d969687a494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84217d2e40b4788" /><Relationship Type="http://schemas.openxmlformats.org/officeDocument/2006/relationships/notesMaster" Target="/ppt/notesMasters/notesMaster1.xml" Id="R1be398c5dca0487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048afe5405a4726" /><Relationship Type="http://schemas.openxmlformats.org/officeDocument/2006/relationships/notesMaster" Target="/ppt/notesMasters/notesMaster1.xml" Id="R0a766b315107421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4633227f3864895" /><Relationship Type="http://schemas.openxmlformats.org/officeDocument/2006/relationships/notesMaster" Target="/ppt/notesMasters/notesMaster1.xml" Id="R02a9bd06efad4a3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5834c461fc347b8" /><Relationship Type="http://schemas.openxmlformats.org/officeDocument/2006/relationships/notesMaster" Target="/ppt/notesMasters/notesMaster1.xml" Id="Rea6f766b03e8415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708d8a0c83a48e4" /><Relationship Type="http://schemas.openxmlformats.org/officeDocument/2006/relationships/notesMaster" Target="/ppt/notesMasters/notesMaster1.xml" Id="Rb28b6296b025402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42717c417ab4c85" /><Relationship Type="http://schemas.openxmlformats.org/officeDocument/2006/relationships/notesMaster" Target="/ppt/notesMasters/notesMaster1.xml" Id="R207908f34ba34e4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6b9393de16a4a41" /><Relationship Type="http://schemas.openxmlformats.org/officeDocument/2006/relationships/notesMaster" Target="/ppt/notesMasters/notesMaster1.xml" Id="R6d873cc73f69462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28aa795735f47b7" /><Relationship Type="http://schemas.openxmlformats.org/officeDocument/2006/relationships/notesMaster" Target="/ppt/notesMasters/notesMaster1.xml" Id="R236eb2957d2d41d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0fb223a6c66446a" /><Relationship Type="http://schemas.openxmlformats.org/officeDocument/2006/relationships/notesMaster" Target="/ppt/notesMasters/notesMaster1.xml" Id="R9fc69b242e1146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fd67c76335481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8809431d2b41c4" /><Relationship Type="http://schemas.openxmlformats.org/officeDocument/2006/relationships/image" Target="/ppt/media/image.png" Id="Ra0ed2b92d3d3451b" /><Relationship Type="http://schemas.openxmlformats.org/officeDocument/2006/relationships/image" Target="/ppt/media/image2.png" Id="Re96c2294de2b425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321f5df803473c" /><Relationship Type="http://schemas.openxmlformats.org/officeDocument/2006/relationships/image" Target="/ppt/media/image3.png" Id="R0fe9b5c02e584c44" /><Relationship Type="http://schemas.openxmlformats.org/officeDocument/2006/relationships/image" Target="/ppt/media/image4.png" Id="R3c4a5a4f8350480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f2466304cf41b0" /><Relationship Type="http://schemas.openxmlformats.org/officeDocument/2006/relationships/image" Target="/ppt/media/image5.png" Id="R28c99d2664714c1a" /><Relationship Type="http://schemas.openxmlformats.org/officeDocument/2006/relationships/image" Target="/ppt/media/image6.png" Id="R3d82e173f8e349ce" /><Relationship Type="http://schemas.openxmlformats.org/officeDocument/2006/relationships/image" Target="/ppt/media/image.emf" Id="R9b95a8e7782b460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d30b08ad1c4875" /><Relationship Type="http://schemas.openxmlformats.org/officeDocument/2006/relationships/image" Target="/ppt/media/image7.png" Id="Rd394be609e664e22" /><Relationship Type="http://schemas.openxmlformats.org/officeDocument/2006/relationships/image" Target="/ppt/media/image8.png" Id="R2d8458653d7e434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918b31ff894a9c" /><Relationship Type="http://schemas.openxmlformats.org/officeDocument/2006/relationships/image" Target="/ppt/media/image9.png" Id="Rbdea34ec89514972" /><Relationship Type="http://schemas.openxmlformats.org/officeDocument/2006/relationships/image" Target="/ppt/media/image10.png" Id="R0e5a72e28bd746ea" /></Relationships>
</file>

<file path=ppt/slideLayouts/slideLayout1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BF1592E1-9903-45CF-8E9E-C28D8F8CE76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aseline="0"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fld id="{C764DE79-268F-4C1A-8933-263129D2AF90}" type="datetimeFigureOut">
              <a:t>9/24/2025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985FB3A3-98B1-4BC6-A369-4C98EE32CF8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aseline="0"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99E1DABC-0864-493A-B887-6B879933DC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972285" y="4733629"/>
            <a:ext cx="2057400" cy="273844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baseline="0">
                <a:solidFill>
                  <a:srgbClr val="37B37E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fld id="{F3043AD8-D16D-2641-B498-071FA57E477F}" type="slidenum">
              <a:t>‹#›</a:t>
            </a:fld>
          </a:p>
        </p:txBody>
      </p:sp>
      <p:sp>
        <p:nvSpPr>
          <p:cNvPr id="5" name="直線接點 4">
            <a:extLst xmlns:a="http://schemas.openxmlformats.org/drawingml/2006/main">
              <a:ext uri="{FF2B5EF4-FFF2-40B4-BE49-F238E27FC236}">
                <a16:creationId xmlns:a16="http://schemas.microsoft.com/office/drawing/2014/main" id="{7BEB3F3E-2C5A-4AAD-8C24-3E5D09A4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8801074" y="4976737"/>
            <a:ext cx="142646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7B37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</p:spTree>
  </p:cSld>
</p:sldLayout>
</file>

<file path=ppt/slideLayouts/slideLayout2.xml><?xml version="1.0" encoding="utf-8"?>
<p:sldLayout xmlns:p="http://schemas.openxmlformats.org/presentationml/2006/main" userDrawn="1">
  <p:cSld name="1_兩個內容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圖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ed2b92d3d3451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pic>
        <p:nvPicPr>
          <p:cNvPr id="4" name="圖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6c2294de2b4254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171689" y="4493438"/>
            <a:ext cx="1869650" cy="622633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userDrawn="1">
  <p:cSld name="1_標題及內容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圖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e9b5c02e584c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>
            <a:off x="0" y="0"/>
            <a:ext cx="5688460" cy="5143500"/>
          </a:xfrm>
          <a:prstGeom xmlns:a="http://schemas.openxmlformats.org/drawingml/2006/main" prst="rect">
            <a:avLst/>
          </a:prstGeom>
        </p:spPr>
      </p:pic>
      <p:pic>
        <p:nvPicPr>
          <p:cNvPr id="15" name="圖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4a5a4f8350480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74129" y="2598858"/>
            <a:ext cx="3236254" cy="3236254"/>
          </a:xfrm>
          <a:prstGeom xmlns:a="http://schemas.openxmlformats.org/drawingml/2006/main" prst="rect">
            <a:avLst/>
          </a:prstGeom>
        </p:spPr>
      </p:pic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661200FB-3F3B-6091-1F60-A701DC659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1660" y="-17385"/>
            <a:ext cx="6742340" cy="51608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dk1">
              <a:shade val="15000"/>
            </a:schemeClr>
          </a:lnRef>
          <a:fillRef xmlns:a="http://schemas.openxmlformats.org/drawingml/2006/main" idx="1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5C7A4A52-CFB3-4988-AEB4-3C34815A4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3248" y="4738435"/>
            <a:ext cx="342927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8580" tIns="34290" rIns="68580" bIns="34290" anchor="ctr"/>
          <a:lstStyle xmlns:a="http://schemas.openxmlformats.org/drawingml/2006/main">
            <a:lvl1pPr marL="0" algn="ctr" defTabSz="914400">
              <a:buNone/>
              <a:defRPr sz="1200" kern="1200">
                <a:solidFill>
                  <a:srgbClr val="37B37E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fld id="{F3043AD8-D16D-2641-B498-071FA57E477F}" type="slidenum">
              <a:rPr sz="1050"/>
              <a:t>‹#›</a:t>
            </a:fld>
          </a:p>
        </p:txBody>
      </p:sp>
      <p:sp>
        <p:nvSpPr>
          <p:cNvPr id="3" name="直線接點 2">
            <a:extLst xmlns:a="http://schemas.openxmlformats.org/drawingml/2006/main">
              <a:ext uri="{FF2B5EF4-FFF2-40B4-BE49-F238E27FC236}">
                <a16:creationId xmlns:a16="http://schemas.microsoft.com/office/drawing/2014/main" id="{63484FCB-F9E5-4807-9A33-B777DEF87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8801074" y="4976737"/>
            <a:ext cx="142646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7B37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</p:spTree>
  </p:cSld>
</p:sldLayout>
</file>

<file path=ppt/slideLayouts/slideLayout4.xml><?xml version="1.0" encoding="utf-8"?>
<p:sldLayout xmlns:p="http://schemas.openxmlformats.org/presentationml/2006/main" userDrawn="1">
  <p:cSld name="1_章節標題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圖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c99d2664714c1a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609891" y="-1980"/>
            <a:ext cx="3541815" cy="5145080"/>
          </a:xfrm>
          <a:prstGeom xmlns:a="http://schemas.openxmlformats.org/drawingml/2006/main" prst="rect">
            <a:avLst/>
          </a:prstGeom>
        </p:spPr>
      </p:pic>
      <p:sp>
        <p:nvSpPr>
          <p:cNvPr id="8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EE5021D7-1B6D-71E9-9A11-582109617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3248" y="4746119"/>
            <a:ext cx="342927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8580" tIns="34290" rIns="68580" bIns="34290" anchor="ctr"/>
          <a:lstStyle xmlns:a="http://schemas.openxmlformats.org/drawingml/2006/main">
            <a:lvl1pPr marL="0" algn="ctr" defTabSz="914400">
              <a:buNone/>
              <a:defRPr sz="1200" kern="1200">
                <a:solidFill>
                  <a:srgbClr val="37B37E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fld id="{F3043AD8-D16D-2641-B498-071FA57E477F}" type="slidenum">
              <a:rPr sz="1050"/>
              <a:t>‹#›</a:t>
            </a:fld>
          </a:p>
        </p:txBody>
      </p:sp>
      <p:sp>
        <p:nvSpPr>
          <p:cNvPr id="9" name="直線接點 8">
            <a:extLst xmlns:a="http://schemas.openxmlformats.org/drawingml/2006/main">
              <a:ext uri="{FF2B5EF4-FFF2-40B4-BE49-F238E27FC236}">
                <a16:creationId xmlns:a16="http://schemas.microsoft.com/office/drawing/2014/main" id="{BE4F6BDA-B210-4509-9BD6-54F5530F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8801074" y="4976737"/>
            <a:ext cx="142646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7B37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31" name="圖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82e173f8e349c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670" y="4477872"/>
            <a:ext cx="1995300" cy="664477"/>
          </a:xfrm>
          <a:prstGeom xmlns:a="http://schemas.openxmlformats.org/drawingml/2006/main" prst="rect">
            <a:avLst/>
          </a:prstGeom>
        </p:spPr>
      </p:pic>
      <p:pic>
        <p:nvPicPr>
          <p:cNvPr id="32" name="圖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95a8e7782b46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2308" y="358213"/>
            <a:ext cx="313341" cy="269474"/>
          </a:xfrm>
          <a:prstGeom xmlns:a="http://schemas.openxmlformats.org/drawingml/2006/main" prst="rect">
            <a:avLst/>
          </a:prstGeom>
        </p:spPr>
      </p:pic>
      <p:sp>
        <p:nvSpPr>
          <p:cNvPr id="12" name="標題 2">
            <a:extLst xmlns:a="http://schemas.openxmlformats.org/drawingml/2006/main">
              <a:ext uri="{FF2B5EF4-FFF2-40B4-BE49-F238E27FC236}">
                <a16:creationId xmlns:a16="http://schemas.microsoft.com/office/drawing/2014/main" id="{3B4E6881-8F01-415A-8A1E-5778004A40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1307" y="280584"/>
            <a:ext cx="7886700" cy="4247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buNone/>
              <a:defRPr sz="2400" b="1" spc="-113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 xmlns:a="http://schemas.openxmlformats.org/drawingml/2006/main">
            <a:pPr marL="0">
              <a:buNone/>
            </a:pPr>
          </a:p>
        </p:txBody>
      </p:sp>
      <p:sp>
        <p:nvSpPr>
          <p:cNvPr id="5" name="文字版面配置區 4">
            <a:extLst xmlns:a="http://schemas.openxmlformats.org/drawingml/2006/main">
              <a:ext uri="{FF2B5EF4-FFF2-40B4-BE49-F238E27FC236}">
                <a16:creationId xmlns:a16="http://schemas.microsoft.com/office/drawing/2014/main" id="{1C9D74C0-AD01-44E5-8734-70BA1EA2DA8B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661307" y="683705"/>
            <a:ext cx="3939064" cy="33551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400"/>
            </a:lvl1pPr>
          </a:lstStyle>
          <a:p xmlns:a="http://schemas.openxmlformats.org/drawingml/2006/main">
            <a:pPr>
              <a:buNone/>
            </a:pPr>
            <a:r>
              <a:t>按一下以新增副標題</a:t>
            </a:r>
          </a:p>
        </p:txBody>
      </p:sp>
      <p:sp>
        <p:nvSpPr>
          <p:cNvPr id="13" name="文字方塊 12">
            <a:extLst xmlns:a="http://schemas.openxmlformats.org/drawingml/2006/main">
              <a:ext uri="{FF2B5EF4-FFF2-40B4-BE49-F238E27FC236}">
                <a16:creationId xmlns:a16="http://schemas.microsoft.com/office/drawing/2014/main" id="{D11ACD2E-ED6F-45EE-AB92-402536ACF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72943" y="2499081"/>
            <a:ext cx="812434" cy="2482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13"/>
              <a:t>#37B37E</a:t>
            </a:r>
          </a:p>
        </p:txBody>
      </p:sp>
      <p:sp>
        <p:nvSpPr>
          <p:cNvPr id="14" name="文字方塊 13">
            <a:extLst xmlns:a="http://schemas.openxmlformats.org/drawingml/2006/main">
              <a:ext uri="{FF2B5EF4-FFF2-40B4-BE49-F238E27FC236}">
                <a16:creationId xmlns:a16="http://schemas.microsoft.com/office/drawing/2014/main" id="{448B7E6F-386F-41A7-9B91-440930EFD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13557" y="2499081"/>
            <a:ext cx="812434" cy="2482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13"/>
              <a:t>#79C066</a:t>
            </a:r>
          </a:p>
        </p:txBody>
      </p:sp>
      <p:sp>
        <p:nvSpPr>
          <p:cNvPr id="15" name="文字方塊 14">
            <a:extLst xmlns:a="http://schemas.openxmlformats.org/drawingml/2006/main">
              <a:ext uri="{FF2B5EF4-FFF2-40B4-BE49-F238E27FC236}">
                <a16:creationId xmlns:a16="http://schemas.microsoft.com/office/drawing/2014/main" id="{E5936BFD-6BA1-4764-97DB-F482A8A9A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08376" y="3210834"/>
            <a:ext cx="822796" cy="2482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13"/>
              <a:t>#1B758B</a:t>
            </a:r>
          </a:p>
        </p:txBody>
      </p:sp>
      <p:sp>
        <p:nvSpPr>
          <p:cNvPr id="16" name="文字方塊 15">
            <a:extLst xmlns:a="http://schemas.openxmlformats.org/drawingml/2006/main">
              <a:ext uri="{FF2B5EF4-FFF2-40B4-BE49-F238E27FC236}">
                <a16:creationId xmlns:a16="http://schemas.microsoft.com/office/drawing/2014/main" id="{3E98B97C-ED06-4959-8B87-905658412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74239" y="4019603"/>
            <a:ext cx="809843" cy="2482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13"/>
              <a:t>#333333</a:t>
            </a:r>
          </a:p>
        </p:txBody>
      </p:sp>
      <p:sp>
        <p:nvSpPr>
          <p:cNvPr id="17" name="文字方塊 16">
            <a:extLst xmlns:a="http://schemas.openxmlformats.org/drawingml/2006/main">
              <a:ext uri="{FF2B5EF4-FFF2-40B4-BE49-F238E27FC236}">
                <a16:creationId xmlns:a16="http://schemas.microsoft.com/office/drawing/2014/main" id="{CB565C1D-0A96-4BF1-9AA5-F435B417C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42055" y="4019603"/>
            <a:ext cx="755439" cy="2482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13"/>
              <a:t>#FFFFFF</a:t>
            </a:r>
          </a:p>
        </p:txBody>
      </p:sp>
      <p:sp>
        <p:nvSpPr>
          <p:cNvPr id="18" name="圓角化對角線角落矩形 35">
            <a:extLst xmlns:a="http://schemas.openxmlformats.org/drawingml/2006/main">
              <a:ext uri="{FF2B5EF4-FFF2-40B4-BE49-F238E27FC236}">
                <a16:creationId xmlns:a16="http://schemas.microsoft.com/office/drawing/2014/main" id="{D5819A80-FDA2-4E3F-8911-C37BF2931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0" flipV="0">
            <a:off x="9520707" y="2752854"/>
            <a:ext cx="316907" cy="324379"/>
          </a:xfrm>
          <a:prstGeom xmlns:a="http://schemas.openxmlformats.org/drawingml/2006/main" prst="round2DiagRect">
            <a:avLst/>
          </a:prstGeom>
          <a:solidFill xmlns:a="http://schemas.openxmlformats.org/drawingml/2006/main">
            <a:srgbClr val="38B37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圓角化對角線角落矩形 47">
            <a:extLst xmlns:a="http://schemas.openxmlformats.org/drawingml/2006/main">
              <a:ext uri="{FF2B5EF4-FFF2-40B4-BE49-F238E27FC236}">
                <a16:creationId xmlns:a16="http://schemas.microsoft.com/office/drawing/2014/main" id="{D5DF0D30-0008-4542-AA08-01F1A64D6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0" flipV="0">
            <a:off x="10261321" y="2746590"/>
            <a:ext cx="316907" cy="324379"/>
          </a:xfrm>
          <a:prstGeom xmlns:a="http://schemas.openxmlformats.org/drawingml/2006/main" prst="round2DiagRect">
            <a:avLst/>
          </a:prstGeom>
          <a:solidFill xmlns:a="http://schemas.openxmlformats.org/drawingml/2006/main">
            <a:srgbClr val="79C06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圓角化對角線角落矩形 48">
            <a:extLst xmlns:a="http://schemas.openxmlformats.org/drawingml/2006/main">
              <a:ext uri="{FF2B5EF4-FFF2-40B4-BE49-F238E27FC236}">
                <a16:creationId xmlns:a16="http://schemas.microsoft.com/office/drawing/2014/main" id="{6E558FEC-C3AD-4B4D-AD4D-57AE83672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0" flipV="0">
            <a:off x="10261321" y="3452270"/>
            <a:ext cx="316907" cy="324379"/>
          </a:xfrm>
          <a:prstGeom xmlns:a="http://schemas.openxmlformats.org/drawingml/2006/main" prst="round2DiagRect">
            <a:avLst/>
          </a:prstGeom>
          <a:solidFill xmlns:a="http://schemas.openxmlformats.org/drawingml/2006/main">
            <a:srgbClr val="1B758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圓角化對角線角落矩形 49">
            <a:extLst xmlns:a="http://schemas.openxmlformats.org/drawingml/2006/main">
              <a:ext uri="{FF2B5EF4-FFF2-40B4-BE49-F238E27FC236}">
                <a16:creationId xmlns:a16="http://schemas.microsoft.com/office/drawing/2014/main" id="{970951E5-64C6-4544-BE85-B2DB0057A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0" flipV="0">
            <a:off x="9520707" y="4264077"/>
            <a:ext cx="316907" cy="324379"/>
          </a:xfrm>
          <a:prstGeom xmlns:a="http://schemas.openxmlformats.org/drawingml/2006/main" prst="round2DiagRect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圓角化對角線角落矩形 50">
            <a:extLst xmlns:a="http://schemas.openxmlformats.org/drawingml/2006/main">
              <a:ext uri="{FF2B5EF4-FFF2-40B4-BE49-F238E27FC236}">
                <a16:creationId xmlns:a16="http://schemas.microsoft.com/office/drawing/2014/main" id="{947E54EF-754D-4FE6-A797-01D368EE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0" flipV="0">
            <a:off x="10261321" y="4264076"/>
            <a:ext cx="316907" cy="324379"/>
          </a:xfrm>
          <a:prstGeom xmlns:a="http://schemas.openxmlformats.org/drawingml/2006/main" prst="round2Diag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文字方塊 22">
            <a:extLst xmlns:a="http://schemas.openxmlformats.org/drawingml/2006/main">
              <a:ext uri="{FF2B5EF4-FFF2-40B4-BE49-F238E27FC236}">
                <a16:creationId xmlns:a16="http://schemas.microsoft.com/office/drawing/2014/main" id="{DF1BF5C2-B7D6-4EDF-80DB-24356562B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61748" y="3248329"/>
            <a:ext cx="834825" cy="2482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13"/>
              <a:t>#FDD300</a:t>
            </a:r>
          </a:p>
        </p:txBody>
      </p:sp>
      <p:sp>
        <p:nvSpPr>
          <p:cNvPr id="24" name="圓角化對角線角落矩形 52">
            <a:extLst xmlns:a="http://schemas.openxmlformats.org/drawingml/2006/main">
              <a:ext uri="{FF2B5EF4-FFF2-40B4-BE49-F238E27FC236}">
                <a16:creationId xmlns:a16="http://schemas.microsoft.com/office/drawing/2014/main" id="{E18E755F-57C3-4BD1-A74B-08600212D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0" flipV="0">
            <a:off x="9520707" y="3492802"/>
            <a:ext cx="316907" cy="324379"/>
          </a:xfrm>
          <a:prstGeom xmlns:a="http://schemas.openxmlformats.org/drawingml/2006/main" prst="round2DiagRect">
            <a:avLst/>
          </a:prstGeom>
          <a:solidFill xmlns:a="http://schemas.openxmlformats.org/drawingml/2006/main">
            <a:srgbClr val="FDD3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1_只有標題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圖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94be609e664e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88028" y="1453434"/>
            <a:ext cx="1945823" cy="648000"/>
          </a:xfrm>
          <a:prstGeom xmlns:a="http://schemas.openxmlformats.org/drawingml/2006/main" prst="rect">
            <a:avLst/>
          </a:prstGeom>
        </p:spPr>
      </p:pic>
      <p:pic>
        <p:nvPicPr>
          <p:cNvPr id="15" name="圖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8458653d7e434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46273" y="1"/>
            <a:ext cx="2597727" cy="2869628"/>
          </a:xfrm>
          <a:prstGeom xmlns:a="http://schemas.openxmlformats.org/drawingml/2006/main" prst="rect">
            <a:avLst/>
          </a:prstGeom>
        </p:spPr>
      </p:pic>
      <p:sp>
        <p:nvSpPr>
          <p:cNvPr id="10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31C0B2EB-3B5D-BBB6-C521-2FCCD3BFE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3248" y="4746119"/>
            <a:ext cx="342927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8580" tIns="34290" rIns="68580" bIns="34290" anchor="ctr"/>
          <a:lstStyle xmlns:a="http://schemas.openxmlformats.org/drawingml/2006/main">
            <a:lvl1pPr marL="0" algn="ctr" defTabSz="914400">
              <a:buNone/>
              <a:defRPr sz="1200" kern="1200">
                <a:solidFill>
                  <a:srgbClr val="37B37E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fld id="{F3043AD8-D16D-2641-B498-071FA57E477F}" type="slidenum">
              <a:rPr sz="1050"/>
              <a:t>‹#›</a:t>
            </a:fld>
          </a:p>
        </p:txBody>
      </p:sp>
      <p:sp>
        <p:nvSpPr>
          <p:cNvPr id="11" name="直線接點 10">
            <a:extLst xmlns:a="http://schemas.openxmlformats.org/drawingml/2006/main">
              <a:ext uri="{FF2B5EF4-FFF2-40B4-BE49-F238E27FC236}">
                <a16:creationId xmlns:a16="http://schemas.microsoft.com/office/drawing/2014/main" id="{2FB7C58A-2B6B-46E6-A731-CC7053F52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8801074" y="4976737"/>
            <a:ext cx="142646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7B37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</p:spTree>
  </p:cSld>
</p:sldLayout>
</file>

<file path=ppt/slideLayouts/slideLayout6.xml><?xml version="1.0" encoding="utf-8"?>
<p:sldLayout xmlns:p="http://schemas.openxmlformats.org/presentationml/2006/main" userDrawn="1">
  <p:cSld name="段落_9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圖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ea34ec895149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pic>
        <p:nvPicPr>
          <p:cNvPr id="17" name="圖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5a72e28bd746e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88028" y="1453434"/>
            <a:ext cx="1945823" cy="648000"/>
          </a:xfrm>
          <a:prstGeom xmlns:a="http://schemas.openxmlformats.org/drawingml/2006/main" prst="rect">
            <a:avLst/>
          </a:prstGeom>
        </p:spPr>
      </p:pic>
      <p:sp>
        <p:nvSpPr>
          <p:cNvPr id="12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2AB5EFBA-FE62-8C4B-20A2-AA3F3C33F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0932" y="4753803"/>
            <a:ext cx="342927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8580" tIns="34290" rIns="68580" bIns="34290" anchor="ctr"/>
          <a:lstStyle xmlns:a="http://schemas.openxmlformats.org/drawingml/2006/main">
            <a:lvl1pPr marL="0" algn="ctr" defTabSz="914400">
              <a:buNone/>
              <a:defRPr sz="1200" kern="1200">
                <a:solidFill>
                  <a:srgbClr val="37B37E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fld id="{F3043AD8-D16D-2641-B498-071FA57E477F}" type="slidenum">
              <a:rPr sz="900"/>
              <a:t>‹#›</a:t>
            </a:fld>
          </a:p>
        </p:txBody>
      </p:sp>
      <p:sp>
        <p:nvSpPr>
          <p:cNvPr id="13" name="直線接點 12">
            <a:extLst xmlns:a="http://schemas.openxmlformats.org/drawingml/2006/main">
              <a:ext uri="{FF2B5EF4-FFF2-40B4-BE49-F238E27FC236}">
                <a16:creationId xmlns:a16="http://schemas.microsoft.com/office/drawing/2014/main" id="{32986FD7-D567-4C91-AA0C-582B7CCB3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8801074" y="4976737"/>
            <a:ext cx="142646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7B37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標題版面配置區 1">
            <a:extLst xmlns:a="http://schemas.openxmlformats.org/drawingml/2006/main">
              <a:ext uri="{FF2B5EF4-FFF2-40B4-BE49-F238E27FC236}">
                <a16:creationId xmlns:a16="http://schemas.microsoft.com/office/drawing/2014/main" id="{8BB891D3-2835-57C1-03CB-CC6ED3CB7B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72336" y="2207118"/>
            <a:ext cx="5999328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3150" b="1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6" name="文字版面配置區 3">
            <a:extLst xmlns:a="http://schemas.openxmlformats.org/drawingml/2006/main">
              <a:ext uri="{FF2B5EF4-FFF2-40B4-BE49-F238E27FC236}">
                <a16:creationId xmlns:a16="http://schemas.microsoft.com/office/drawing/2014/main" id="{19BEF98C-52EB-4A95-E7C8-BAECE9C6BAE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554674" y="2931286"/>
            <a:ext cx="4034652" cy="314339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 xmlns:a="http://schemas.openxmlformats.org/drawingml/2006/main">
            <a:pPr>
              <a:buNone/>
            </a:pPr>
            <a:r>
              <a:t>按一下以編輯母片文字樣式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783f29f89374eee" /><Relationship Type="http://schemas.openxmlformats.org/officeDocument/2006/relationships/slideLayout" Target="/ppt/slideLayouts/slideLayout1.xml" Id="R1e0fb923aa5f495b" /><Relationship Type="http://schemas.openxmlformats.org/officeDocument/2006/relationships/slideLayout" Target="/ppt/slideLayouts/slideLayout2.xml" Id="R86087a4fcae448eb" /><Relationship Type="http://schemas.openxmlformats.org/officeDocument/2006/relationships/slideLayout" Target="/ppt/slideLayouts/slideLayout3.xml" Id="R46816079f03e42af" /><Relationship Type="http://schemas.openxmlformats.org/officeDocument/2006/relationships/slideLayout" Target="/ppt/slideLayouts/slideLayout4.xml" Id="R37edc494097a4e05" /><Relationship Type="http://schemas.openxmlformats.org/officeDocument/2006/relationships/slideLayout" Target="/ppt/slideLayouts/slideLayout5.xml" Id="R438d9acd40224053" /><Relationship Type="http://schemas.openxmlformats.org/officeDocument/2006/relationships/slideLayout" Target="/ppt/slideLayouts/slideLayout6.xml" Id="R6838b3c4d09c4cd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98A5FED9-362B-46F8-8CF6-4982E1A0CE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3198046-3E64-4F21-B8B4-F75D374CD26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按一下以編輯母片文字樣式</a:t>
            </a:r>
          </a:p>
          <a:p xmlns:a="http://schemas.openxmlformats.org/drawingml/2006/main">
            <a:pPr>
              <a:buNone/>
            </a:pPr>
            <a:r>
              <a:t>第二層</a:t>
            </a:r>
          </a:p>
          <a:p xmlns:a="http://schemas.openxmlformats.org/drawingml/2006/main">
            <a:pPr>
              <a:buNone/>
            </a:pPr>
            <a:r>
              <a:t>第三層</a:t>
            </a:r>
          </a:p>
          <a:p xmlns:a="http://schemas.openxmlformats.org/drawingml/2006/main">
            <a:pPr>
              <a:buNone/>
            </a:pPr>
            <a:r>
              <a:t>第四層</a:t>
            </a:r>
          </a:p>
          <a:p xmlns:a="http://schemas.openxmlformats.org/drawingml/2006/main">
            <a:pPr>
              <a:buNone/>
            </a:pPr>
            <a:r>
              <a:t>第五層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B6F19AB-3760-4D38-9D80-D3F6D125A69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050" baseline="0">
                <a:solidFill>
                  <a:schemeClr val="tx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fld id="{4129C7C2-D335-3643-8599-ABE99F7B8F31}" type="datetime1">
              <a:t>2025/9/24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8E932BF-F725-4A96-88C2-6CECD03CE13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050" baseline="0">
                <a:solidFill>
                  <a:schemeClr val="tx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5F40481-48D0-4E80-88A4-7D691803F77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980462" y="4736527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050" baseline="0">
                <a:solidFill>
                  <a:srgbClr val="37B37E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fld id="{F3043AD8-D16D-2641-B498-071FA57E477F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0fb923aa5f495b"/>
    <p:sldLayoutId xmlns:r="http://schemas.openxmlformats.org/officeDocument/2006/relationships" id="2147483650" r:id="R86087a4fcae448eb"/>
    <p:sldLayoutId xmlns:r="http://schemas.openxmlformats.org/officeDocument/2006/relationships" id="2147483651" r:id="R46816079f03e42af"/>
    <p:sldLayoutId xmlns:r="http://schemas.openxmlformats.org/officeDocument/2006/relationships" id="2147483652" r:id="R37edc494097a4e05"/>
    <p:sldLayoutId xmlns:r="http://schemas.openxmlformats.org/officeDocument/2006/relationships" id="2147483653" r:id="R438d9acd40224053"/>
    <p:sldLayoutId xmlns:r="http://schemas.openxmlformats.org/officeDocument/2006/relationships" id="2147483654" r:id="R6838b3c4d09c4cd2"/>
  </p:sldLayoutIdLst>
  <p:hf hdr="0" ftr="0" dt="0"/>
  <p:txStyles>
    <p:titleStyle>
      <a:lvl1pPr xmlns:a="http://schemas.openxmlformats.org/drawingml/2006/main" algn="l" defTabSz="685800">
        <a:lnSpc>
          <a:spcPct val="90000"/>
        </a:lnSpc>
        <a:spcBef>
          <a:spcPct val="0"/>
        </a:spcBef>
        <a:buNone/>
        <a:defRPr sz="2400" b="1" kern="1200" baseline="0">
          <a:solidFill>
            <a:schemeClr val="tx1"/>
          </a:solidFill>
          <a:latin typeface="Calibri"/>
          <a:ea typeface="Calibri"/>
          <a:cs typeface="Calibri"/>
        </a:defRPr>
      </a:lvl1pPr>
    </p:titleStyle>
    <p:bodyStyle>
      <a:lvl1pPr xmlns:a="http://schemas.openxmlformats.org/drawingml/2006/main" marL="171450" indent="-171450" algn="l" defTabSz="685800">
        <a:lnSpc>
          <a:spcPct val="120000"/>
        </a:lnSpc>
        <a:spcBef>
          <a:spcPts val="750"/>
        </a:spcBef>
        <a:buFont typeface="Arial"/>
        <a:buChar char="•"/>
        <a:defRPr sz="1400" kern="1200" baseline="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marL="514350" indent="-171450" algn="l" defTabSz="685800">
        <a:lnSpc>
          <a:spcPct val="120000"/>
        </a:lnSpc>
        <a:spcBef>
          <a:spcPts val="375"/>
        </a:spcBef>
        <a:buFont typeface="Arial"/>
        <a:buChar char="•"/>
        <a:defRPr sz="1400" kern="1200" baseline="0">
          <a:solidFill>
            <a:schemeClr val="tx1"/>
          </a:solidFill>
          <a:latin typeface="Calibri"/>
          <a:ea typeface="Calibri"/>
          <a:cs typeface="Calibri"/>
        </a:defRPr>
      </a:lvl2pPr>
      <a:lvl3pPr xmlns:a="http://schemas.openxmlformats.org/drawingml/2006/main" marL="857250" indent="-171450" algn="l" defTabSz="685800">
        <a:lnSpc>
          <a:spcPct val="120000"/>
        </a:lnSpc>
        <a:spcBef>
          <a:spcPts val="375"/>
        </a:spcBef>
        <a:buFont typeface="Arial"/>
        <a:buChar char="•"/>
        <a:defRPr sz="1400" kern="1200" baseline="0">
          <a:solidFill>
            <a:schemeClr val="tx1"/>
          </a:solidFill>
          <a:latin typeface="Calibri"/>
          <a:ea typeface="Calibri"/>
          <a:cs typeface="Calibri"/>
        </a:defRPr>
      </a:lvl3pPr>
      <a:lvl4pPr xmlns:a="http://schemas.openxmlformats.org/drawingml/2006/main" marL="1200150" indent="-171450" algn="l" defTabSz="685800">
        <a:lnSpc>
          <a:spcPct val="120000"/>
        </a:lnSpc>
        <a:spcBef>
          <a:spcPts val="375"/>
        </a:spcBef>
        <a:buFont typeface="Arial"/>
        <a:buChar char="•"/>
        <a:defRPr sz="1400" kern="1200" baseline="0">
          <a:solidFill>
            <a:schemeClr val="tx1"/>
          </a:solidFill>
          <a:latin typeface="Calibri"/>
          <a:ea typeface="Calibri"/>
          <a:cs typeface="Calibri"/>
        </a:defRPr>
      </a:lvl4pPr>
      <a:lvl5pPr xmlns:a="http://schemas.openxmlformats.org/drawingml/2006/main" marL="1543050" indent="-171450" algn="l" defTabSz="685800">
        <a:lnSpc>
          <a:spcPct val="120000"/>
        </a:lnSpc>
        <a:spcBef>
          <a:spcPts val="375"/>
        </a:spcBef>
        <a:buFont typeface="Arial"/>
        <a:buChar char="•"/>
        <a:defRPr sz="1400" kern="1200" baseline="0">
          <a:solidFill>
            <a:schemeClr val="tx1"/>
          </a:solidFill>
          <a:latin typeface="Calibri"/>
          <a:ea typeface="Calibri"/>
          <a:cs typeface="Calibri"/>
        </a:defRPr>
      </a:lvl5pPr>
      <a:lvl6pPr xmlns:a="http://schemas.openxmlformats.org/drawingml/2006/main" marL="18859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2288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5717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9146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429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6858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0287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3716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7145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0574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4003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7432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佈景主題">
  <a:themeElements>
    <a:clrScheme name="IT專用色卡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7B37E"/>
      </a:accent1>
      <a:accent2>
        <a:srgbClr val="79C066"/>
      </a:accent2>
      <a:accent3>
        <a:srgbClr val="1B758B"/>
      </a:accent3>
      <a:accent4>
        <a:srgbClr val="FDD300"/>
      </a:accent4>
      <a:accent5>
        <a:srgbClr val="5B9BD5"/>
      </a:accent5>
      <a:accent6>
        <a:srgbClr val="38BC96"/>
      </a:accent6>
      <a:hlink>
        <a:srgbClr val="C60000"/>
      </a:hlink>
      <a:folHlink>
        <a:srgbClr val="83BFB5"/>
      </a:folHlink>
    </a:clrScheme>
    <a:fontScheme name="IT專用字體">
      <a:majorFont>
        <a:latin typeface="Calibri"/>
        <a:ea typeface="微軟正黑體"/>
        <a:cs typeface=""/>
      </a:majorFont>
      <a:minorFont>
        <a:latin typeface="Calibri"/>
        <a:ea typeface="微軟正黑體"/>
        <a:cs typeface=""/>
      </a:minorFont>
    </a:fontScheme>
    <a:fmtScheme name="IT專用色卡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81f4bc47a1b4144" /><Relationship Type="http://schemas.openxmlformats.org/officeDocument/2006/relationships/image" Target="/ppt/media/image.jpeg" Id="R14ee466569484be5" /><Relationship Type="http://schemas.openxmlformats.org/officeDocument/2006/relationships/notesSlide" Target="/ppt/notesSlides/notesSlide1.xml" Id="R5b2e12aaee1a489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c0e164a81fc4fd9" /><Relationship Type="http://schemas.openxmlformats.org/officeDocument/2006/relationships/image" Target="/ppt/media/image11.png" Id="Rb3adb5b44243466e" /><Relationship Type="http://schemas.openxmlformats.org/officeDocument/2006/relationships/notesSlide" Target="/ppt/notesSlides/notesSlide2.xml" Id="Rb5bf23e48cda448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b7b94497f224d39" /><Relationship Type="http://schemas.openxmlformats.org/officeDocument/2006/relationships/image" Target="/ppt/media/image12.png" Id="R21b361dc7b944f71" /><Relationship Type="http://schemas.openxmlformats.org/officeDocument/2006/relationships/notesSlide" Target="/ppt/notesSlides/notesSlide3.xml" Id="Rdb731a0dd70740b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04e5b63f7a404cf1" /><Relationship Type="http://schemas.openxmlformats.org/officeDocument/2006/relationships/notesSlide" Target="/ppt/notesSlides/notesSlide4.xml" Id="R7f55c933f45949a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49779be13334ba9" /><Relationship Type="http://schemas.openxmlformats.org/officeDocument/2006/relationships/image" Target="/ppt/media/image13.png" Id="Rac16bbafbabc428a" /><Relationship Type="http://schemas.openxmlformats.org/officeDocument/2006/relationships/notesSlide" Target="/ppt/notesSlides/notesSlide5.xml" Id="Rc59d94a2d4b7418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710f8a3b13e4818" /><Relationship Type="http://schemas.openxmlformats.org/officeDocument/2006/relationships/image" Target="/ppt/media/image.jpeg" Id="R72c1dad3915c479f" /><Relationship Type="http://schemas.openxmlformats.org/officeDocument/2006/relationships/notesSlide" Target="/ppt/notesSlides/notesSlide6.xml" Id="Rb0fc05d0894b460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91428fa72054065" /><Relationship Type="http://schemas.openxmlformats.org/officeDocument/2006/relationships/image" Target="/ppt/media/image14.png" Id="R6f45e7f760994e48" /><Relationship Type="http://schemas.openxmlformats.org/officeDocument/2006/relationships/notesSlide" Target="/ppt/notesSlides/notesSlide7.xml" Id="R2ea5fc6d02194a1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f87f0541d6044cf" /><Relationship Type="http://schemas.openxmlformats.org/officeDocument/2006/relationships/image" Target="/ppt/media/image15.png" Id="R6ae3ccb6faff44fb" /><Relationship Type="http://schemas.openxmlformats.org/officeDocument/2006/relationships/notesSlide" Target="/ppt/notesSlides/notesSlide8.xml" Id="Rcf46eb23ddee4c5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c439d5ec35b4250" /><Relationship Type="http://schemas.openxmlformats.org/officeDocument/2006/relationships/image" Target="/ppt/media/image16.png" Id="Rf7afa4a2819f4062" /><Relationship Type="http://schemas.openxmlformats.org/officeDocument/2006/relationships/notesSlide" Target="/ppt/notesSlides/notesSlide9.xml" Id="Rc12c09d60730403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69d2ba5d6cf4cc6" /><Relationship Type="http://schemas.openxmlformats.org/officeDocument/2006/relationships/image" Target="/ppt/media/image17.png" Id="R97de7ab37bc14751" /><Relationship Type="http://schemas.openxmlformats.org/officeDocument/2006/relationships/notesSlide" Target="/ppt/notesSlides/notesSlide10.xml" Id="R80b292ea7ef94fe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e978b37f4764815" /><Relationship Type="http://schemas.openxmlformats.org/officeDocument/2006/relationships/image" Target="/ppt/media/image18.png" Id="R44466abdbfb34767" /><Relationship Type="http://schemas.openxmlformats.org/officeDocument/2006/relationships/notesSlide" Target="/ppt/notesSlides/notesSlide11.xml" Id="R163fd8179617489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e815a9710034c97" /><Relationship Type="http://schemas.openxmlformats.org/officeDocument/2006/relationships/image" Target="/ppt/media/image19.png" Id="Rb7c02ebc71de4667" /><Relationship Type="http://schemas.openxmlformats.org/officeDocument/2006/relationships/notesSlide" Target="/ppt/notesSlides/notesSlide12.xml" Id="Rd22b7ee202b2478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b4d7f3d4af4273" /><Relationship Type="http://schemas.openxmlformats.org/officeDocument/2006/relationships/notesSlide" Target="/ppt/notesSlides/notesSlide13.xml" Id="Rd6138a2e90e847a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6a9d2de3f2614575" /><Relationship Type="http://schemas.openxmlformats.org/officeDocument/2006/relationships/notesSlide" Target="/ppt/notesSlides/notesSlide14.xml" Id="R1f1f6ee10f724c2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0701952602114df7" /><Relationship Type="http://schemas.openxmlformats.org/officeDocument/2006/relationships/notesSlide" Target="/ppt/notesSlides/notesSlide15.xml" Id="R8c2a985cb4324bf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8830d119372e4561" /><Relationship Type="http://schemas.openxmlformats.org/officeDocument/2006/relationships/chart" Target="/ppt/slides/charts/chart1.xml" Id="R0b30249861be4133" /><Relationship Type="http://schemas.openxmlformats.org/officeDocument/2006/relationships/notesSlide" Target="/ppt/notesSlides/notesSlide16.xml" Id="R38b3cc6c6104463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8664e0facffb4414" /><Relationship Type="http://schemas.openxmlformats.org/officeDocument/2006/relationships/notesSlide" Target="/ppt/notesSlides/notesSlide17.xml" Id="R6857a2082603459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e212432416c540a6" /><Relationship Type="http://schemas.openxmlformats.org/officeDocument/2006/relationships/notesSlide" Target="/ppt/notesSlides/notesSlide18.xml" Id="Rb0465652c2b04ea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087705dc50634fcf" /><Relationship Type="http://schemas.openxmlformats.org/officeDocument/2006/relationships/notesSlide" Target="/ppt/notesSlides/notesSlide19.xml" Id="R7596e6eab70c47b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9d07b4d2975043ad" /><Relationship Type="http://schemas.openxmlformats.org/officeDocument/2006/relationships/image" Target="/ppt/media/image20.png" Id="R5369ec8dd125403e" /><Relationship Type="http://schemas.openxmlformats.org/officeDocument/2006/relationships/image" Target="/ppt/media/image21.png" Id="Rb8648f441f5646a1" /><Relationship Type="http://schemas.openxmlformats.org/officeDocument/2006/relationships/image" Target="/ppt/media/image22.png" Id="R14a7ba219dbe4964" /><Relationship Type="http://schemas.openxmlformats.org/officeDocument/2006/relationships/image" Target="/ppt/media/image23.png" Id="Re9df8263db6f47f1" /><Relationship Type="http://schemas.openxmlformats.org/officeDocument/2006/relationships/image" Target="/ppt/media/image24.png" Id="R96d28210b2b6442b" /><Relationship Type="http://schemas.openxmlformats.org/officeDocument/2006/relationships/image" Target="/ppt/media/image25.png" Id="Ra5b301de6a2f47cc" /><Relationship Type="http://schemas.openxmlformats.org/officeDocument/2006/relationships/image" Target="/ppt/media/image26.png" Id="R4c1b4e3183b146e2" /><Relationship Type="http://schemas.openxmlformats.org/officeDocument/2006/relationships/image" Target="/ppt/media/image27.png" Id="R016572f8762541bc" /><Relationship Type="http://schemas.openxmlformats.org/officeDocument/2006/relationships/image" Target="/ppt/media/image28.png" Id="R67c3cbaae5e54ab2" /><Relationship Type="http://schemas.openxmlformats.org/officeDocument/2006/relationships/image" Target="/ppt/media/image29.png" Id="R323fa683536748d0" /><Relationship Type="http://schemas.openxmlformats.org/officeDocument/2006/relationships/notesSlide" Target="/ppt/notesSlides/notesSlide20.xml" Id="R3cba6f82a5b340c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9d312196174d10" /><Relationship Type="http://schemas.openxmlformats.org/officeDocument/2006/relationships/image" Target="/ppt/media/image.emf" Id="R85cdee5f63154e0a" /><Relationship Type="http://schemas.openxmlformats.org/officeDocument/2006/relationships/image" Target="/ppt/media/image30.png" Id="R827d1008cbd34d69" /><Relationship Type="http://schemas.openxmlformats.org/officeDocument/2006/relationships/image" Target="/ppt/media/image31.png" Id="Rce10ae035b0f460c" /><Relationship Type="http://schemas.openxmlformats.org/officeDocument/2006/relationships/image" Target="/ppt/media/image32.png" Id="R48e04199b8ae4af2" /><Relationship Type="http://schemas.openxmlformats.org/officeDocument/2006/relationships/image" Target="/ppt/media/image33.png" Id="R64611e54b78141b4" /><Relationship Type="http://schemas.openxmlformats.org/officeDocument/2006/relationships/image" Target="/ppt/media/image34.png" Id="Rb86c75a5d1d14661" /><Relationship Type="http://schemas.openxmlformats.org/officeDocument/2006/relationships/image" Target="/ppt/media/image35.png" Id="Re77f5dc12851496f" /><Relationship Type="http://schemas.openxmlformats.org/officeDocument/2006/relationships/image" Target="/ppt/media/image36.png" Id="Rdca04e8d8eb342e3" /><Relationship Type="http://schemas.openxmlformats.org/officeDocument/2006/relationships/image" Target="/ppt/media/image37.png" Id="R8173234b3f574edf" /><Relationship Type="http://schemas.openxmlformats.org/officeDocument/2006/relationships/image" Target="/ppt/media/image38.png" Id="R8f8aab5b6a014b58" /><Relationship Type="http://schemas.openxmlformats.org/officeDocument/2006/relationships/image" Target="/ppt/media/image39.png" Id="Rbff167c205f1476b" /><Relationship Type="http://schemas.openxmlformats.org/officeDocument/2006/relationships/image" Target="/ppt/media/image40.png" Id="R7bfbd03e21ba4ee1" /><Relationship Type="http://schemas.openxmlformats.org/officeDocument/2006/relationships/image" Target="/ppt/media/image41.png" Id="R08157afb8480401f" /><Relationship Type="http://schemas.openxmlformats.org/officeDocument/2006/relationships/image" Target="/ppt/media/image42.png" Id="R7a5f0ca911814e1c" /><Relationship Type="http://schemas.openxmlformats.org/officeDocument/2006/relationships/notesSlide" Target="/ppt/notesSlides/notesSlide21.xml" Id="Rc5722602e5d74bbd" /></Relationships>
</file>

<file path=ppt/slides/charts/chart1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autoTitleDeleted val="1"/>
    <c:plotArea>
      <c:doughnutChart>
        <c:ser>
          <c:idx val="0"/>
          <c:order val="0"/>
          <c:tx>
            <c:strRef>
              <c:f>工作表1!$B$1</c:f>
              <c:strCache>
                <c:ptCount val="1"/>
                <c:pt idx="0">
                  <c:v>銷售</c:v>
                </c:pt>
              </c:strCache>
            </c:strRef>
          </c:tx>
          <c:dPt>
            <c:idx val="0"/>
            <c:spPr>
              <a:solidFill xmlns:a="http://schemas.openxmlformats.org/drawingml/2006/main">
                <a:srgbClr val="1B758B"/>
              </a:solidFill>
              <a:ln xmlns:a="http://schemas.openxmlformats.org/drawingml/2006/main" w="19050">
                <a:solidFill>
                  <a:schemeClr val="lt1"/>
                </a:solidFill>
              </a:ln>
            </c:spPr>
          </c:dPt>
          <c:dPt>
            <c:idx val="1"/>
            <c:spPr>
              <a:solidFill xmlns:a="http://schemas.openxmlformats.org/drawingml/2006/main">
                <a:srgbClr val="79C066"/>
              </a:solidFill>
              <a:ln xmlns:a="http://schemas.openxmlformats.org/drawingml/2006/main" w="19050">
                <a:solidFill>
                  <a:schemeClr val="lt1"/>
                </a:solidFill>
              </a:ln>
            </c:spPr>
          </c:dPt>
          <c:dPt>
            <c:idx val="2"/>
            <c:spPr>
              <a:solidFill xmlns:a="http://schemas.openxmlformats.org/drawingml/2006/main">
                <a:schemeClr val="bg1">
                  <a:lumMod val="75000"/>
                </a:schemeClr>
              </a:solidFill>
              <a:ln xmlns:a="http://schemas.openxmlformats.org/drawingml/2006/main" w="19050">
                <a:solidFill>
                  <a:schemeClr val="lt1"/>
                </a:solidFill>
              </a:ln>
            </c:spPr>
          </c:dPt>
          <c:dPt>
            <c:idx val="3"/>
            <c:spPr>
              <a:solidFill xmlns:a="http://schemas.openxmlformats.org/drawingml/2006/main">
                <a:srgbClr val="37B37E"/>
              </a:solidFill>
              <a:ln xmlns:a="http://schemas.openxmlformats.org/drawingml/2006/main" w="19050">
                <a:solidFill>
                  <a:schemeClr val="lt1"/>
                </a:solidFill>
              </a:ln>
            </c:spPr>
          </c:dPt>
          <c:cat>
            <c:strRef>
              <c:f>工作表1!$A$2:$A$5</c:f>
              <c:strCache>
                <c:ptCount val="4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</c:strCache>
            </c:strRef>
          </c:cat>
          <c:val>
            <c:numRef>
              <c:f>工作表1!$B$2:$B$5</c:f>
              <c:numCache>
                <c:formatCode>General</c:formatCode>
                <c:ptCount val="4"/>
                <c:pt idx="0">
                  <c:v>4.8</c:v>
                </c:pt>
                <c:pt idx="1">
                  <c:v>3.2</c:v>
                </c:pt>
                <c:pt idx="2">
                  <c:v>2.5</c:v>
                </c:pt>
                <c:pt idx="3">
                  <c:v>1.2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55"/>
        <c:holeSize val="50"/>
      </c:doughnutChart>
      <c:spPr>
        <a:noFill xmlns:a="http://schemas.openxmlformats.org/drawingml/2006/main"/>
        <a:ln xmlns:a="http://schemas.openxmlformats.org/drawingml/2006/main">
          <a:noFill/>
        </a:ln>
      </c:spPr>
    </c:plotArea>
    <c:legend>
      <c:legendPos val="b"/>
      <c:overlay val="0"/>
      <c:spPr>
        <a:noFill xmlns:a="http://schemas.openxmlformats.org/drawingml/2006/main"/>
      </c:spPr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197" b="0" i="0" u="none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lt"/>
              <a:cs typeface="+mn-lt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文字方塊 2">
            <a:extLst xmlns:a="http://schemas.openxmlformats.org/drawingml/2006/main">
              <a:ext uri="{FF2B5EF4-FFF2-40B4-BE49-F238E27FC236}">
                <a16:creationId xmlns:a16="http://schemas.microsoft.com/office/drawing/2014/main" id="{41B822A7-0454-A1EC-9CD4-AA2C8B039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22" y="1999007"/>
            <a:ext cx="719707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rPr>
              <a:t>王冠婷</a:t>
            </a:r>
          </a:p>
        </p:txBody>
      </p:sp>
      <p:sp>
        <p:nvSpPr>
          <p:cNvPr id="4" name="文字方塊 3">
            <a:extLst xmlns:a="http://schemas.openxmlformats.org/drawingml/2006/main">
              <a:ext uri="{FF2B5EF4-FFF2-40B4-BE49-F238E27FC236}">
                <a16:creationId xmlns:a16="http://schemas.microsoft.com/office/drawing/2014/main" id="{919C4FF1-B067-734F-723D-CE5BBE92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59" y="2789885"/>
            <a:ext cx="2149590" cy="579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rPr>
              <a:t>海大通訊導航工程｜CIP實習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0C841674-6EE3-4F56-91AD-21935F7FE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1963" y="2322172"/>
            <a:ext cx="3749040" cy="201168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暑假後升大三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國泰人壽 CIP 實習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很高興認識大家</a:t>
            </a:r>
          </a:p>
        </p:txBody>
      </p:sp>
      <p:pic>
        <p:nvPicPr>
          <p:cNvPr id="11" name="圖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ee466569484be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3221" y="1351173"/>
            <a:ext cx="3176209" cy="38393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5D7CC7-62A4-411E-8E5A-206AE6408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7145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7B3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37B37E"/>
                </a:solidFill>
                <a:latin typeface="Microsoft JhengHei"/>
                <a:ea typeface="Microsoft JhengHei"/>
                <a:cs typeface="Microsoft JhengHei"/>
              </a:rPr>
              <a:t>部會自我介紹</a:t>
            </a:r>
          </a:p>
        </p:txBody>
      </p:sp>
    </p:spTree>
    <p:extLst>
      <p:ext uri="{BB962C8B-B14F-4D97-AF65-F5344CB8AC3E}">
        <p14:creationId xmlns:p14="http://schemas.microsoft.com/office/powerpoint/2010/main" val="103967986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標題 1">
            <a:extLst xmlns:a="http://schemas.openxmlformats.org/drawingml/2006/main">
              <a:ext uri="{FF2B5EF4-FFF2-40B4-BE49-F238E27FC236}">
                <a16:creationId xmlns:a16="http://schemas.microsoft.com/office/drawing/2014/main" id="{1C0E7336-4378-A5BD-BAEF-88651776C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7337"/>
            <a:ext cx="2401660" cy="6419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buNone/>
              <a:defRPr sz="21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Project</a:t>
            </a:r>
          </a:p>
        </p:txBody>
      </p:sp>
      <p:sp>
        <p:nvSpPr>
          <p:cNvPr id="5" name="標題 1">
            <a:extLst xmlns:a="http://schemas.openxmlformats.org/drawingml/2006/main">
              <a:ext uri="{FF2B5EF4-FFF2-40B4-BE49-F238E27FC236}">
                <a16:creationId xmlns:a16="http://schemas.microsoft.com/office/drawing/2014/main" id="{8D773E04-FF09-9DCF-A191-679456A32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98042" y="1637252"/>
            <a:ext cx="2132744" cy="35742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8580" tIns="34290" rIns="68580" bIns="34290" anchor="t">
            <a:normAutofit fontScale="100000"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defRPr sz="1500" b="1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rPr>
              <a:t>AI 輔助技術雷達</a:t>
            </a:r>
          </a:p>
        </p:txBody>
      </p:sp>
      <p:sp>
        <p:nvSpPr>
          <p:cNvPr id="13" name="標題 1">
            <a:extLst xmlns:a="http://schemas.openxmlformats.org/drawingml/2006/main">
              <a:ext uri="{FF2B5EF4-FFF2-40B4-BE49-F238E27FC236}">
                <a16:creationId xmlns:a16="http://schemas.microsoft.com/office/drawing/2014/main" id="{799E3654-F96A-6F00-8B9A-2A6B1A7E8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88296" y="1568141"/>
            <a:ext cx="452707" cy="49564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8580" tIns="34290" rIns="68580" bIns="34290" anchor="t">
            <a:normAutofit fontScale="100000"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buNone/>
              <a:defRPr sz="2250" b="1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pic>
        <p:nvPicPr>
          <p:cNvPr id="26" name="圖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adb5b4424346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740381" y="1587263"/>
            <a:ext cx="457401" cy="457401"/>
          </a:xfrm>
          <a:prstGeom xmlns:a="http://schemas.openxmlformats.org/drawingml/2006/main" prst="rect">
            <a:avLst/>
          </a:prstGeom>
        </p:spPr>
      </p:pic>
      <p:sp>
        <p:nvSpPr>
          <p:cNvPr id="6" name="標題 1">
            <a:extLst xmlns:a="http://schemas.openxmlformats.org/drawingml/2006/main">
              <a:ext uri="{FF2B5EF4-FFF2-40B4-BE49-F238E27FC236}">
                <a16:creationId xmlns:a16="http://schemas.microsoft.com/office/drawing/2014/main" id="{81F94361-1682-C673-298A-902421798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98041" y="2489356"/>
            <a:ext cx="3556926" cy="35742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8580" tIns="34290" rIns="68580" bIns="34290" anchor="t">
            <a:normAutofit fontScale="100000"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defRPr sz="1500" b="1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rPr>
              <a:t>整理成可討論依據</a:t>
            </a:r>
          </a:p>
        </p:txBody>
      </p:sp>
      <p:sp>
        <p:nvSpPr>
          <p:cNvPr id="16" name="標題 1">
            <a:extLst xmlns:a="http://schemas.openxmlformats.org/drawingml/2006/main">
              <a:ext uri="{FF2B5EF4-FFF2-40B4-BE49-F238E27FC236}">
                <a16:creationId xmlns:a16="http://schemas.microsoft.com/office/drawing/2014/main" id="{4FA1725B-8AA1-9096-3105-C6463DB8E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88295" y="2420244"/>
            <a:ext cx="452707" cy="49564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8580" tIns="34290" rIns="68580" bIns="34290" anchor="t">
            <a:normAutofit fontScale="100000"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buNone/>
              <a:defRPr sz="2250" b="1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pic>
        <p:nvPicPr>
          <p:cNvPr id="29" name="圖片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adb5b4424346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740381" y="2439366"/>
            <a:ext cx="457401" cy="457401"/>
          </a:xfrm>
          <a:prstGeom xmlns:a="http://schemas.openxmlformats.org/drawingml/2006/main" prst="rect">
            <a:avLst/>
          </a:prstGeom>
        </p:spPr>
      </p:pic>
      <p:sp>
        <p:nvSpPr>
          <p:cNvPr id="7" name="標題 1">
            <a:extLst xmlns:a="http://schemas.openxmlformats.org/drawingml/2006/main">
              <a:ext uri="{FF2B5EF4-FFF2-40B4-BE49-F238E27FC236}">
                <a16:creationId xmlns:a16="http://schemas.microsoft.com/office/drawing/2014/main" id="{97E9A455-1CA3-0076-1C37-84C966680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98041" y="3341458"/>
            <a:ext cx="2588988" cy="35742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8580" tIns="34290" rIns="68580" bIns="34290" anchor="t">
            <a:normAutofit fontScale="100000"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defRPr sz="1500" b="1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rPr>
              <a:t>期待向大家學習</a:t>
            </a:r>
          </a:p>
        </p:txBody>
      </p:sp>
      <p:sp>
        <p:nvSpPr>
          <p:cNvPr id="12" name="標題 1">
            <a:extLst xmlns:a="http://schemas.openxmlformats.org/drawingml/2006/main">
              <a:ext uri="{FF2B5EF4-FFF2-40B4-BE49-F238E27FC236}">
                <a16:creationId xmlns:a16="http://schemas.microsoft.com/office/drawing/2014/main" id="{5CE959F8-9824-52E9-DA7E-E8E8EB01B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88295" y="3272347"/>
            <a:ext cx="452707" cy="49564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8580" tIns="34290" rIns="68580" bIns="34290" anchor="t">
            <a:normAutofit fontScale="100000"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buNone/>
              <a:defRPr sz="2250" b="1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pic>
        <p:nvPicPr>
          <p:cNvPr id="32" name="圖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adb5b4424346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740381" y="3291469"/>
            <a:ext cx="457401" cy="457401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C44F56-D163-45C4-AE8E-E4299F1F5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0002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555555"/>
                </a:solidFill>
                <a:latin typeface="Microsoft JhengHei"/>
                <a:ea typeface="Microsoft JhengHei"/>
                <a:cs typeface="Microsoft JhengHei"/>
              </a:rPr>
              <a:t>協助掃描新技術、比較候選方案，並輸出評估與報告。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2F322D-6151-4792-8BCF-5C15A02F6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8575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555555"/>
                </a:solidFill>
                <a:latin typeface="Microsoft JhengHei"/>
                <a:ea typeface="Microsoft JhengHei"/>
                <a:cs typeface="Microsoft JhengHei"/>
              </a:rPr>
              <a:t>希望把分散資訊整理成清楚的判斷材料，讓團隊更快開始討論。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C3F3B3-625C-48CE-9FAD-F5A040924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7147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555555"/>
                </a:solidFill>
                <a:latin typeface="Microsoft JhengHei"/>
                <a:ea typeface="Microsoft JhengHei"/>
                <a:cs typeface="Microsoft JhengHei"/>
              </a:rPr>
              <a:t>也想練習把複雜資訊講清楚，並用證據支持判斷。</a:t>
            </a:r>
          </a:p>
        </p:txBody>
      </p:sp>
    </p:spTree>
    <p:extLst>
      <p:ext uri="{BB962C8B-B14F-4D97-AF65-F5344CB8AC3E}">
        <p14:creationId xmlns:p14="http://schemas.microsoft.com/office/powerpoint/2010/main" val="116733735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圖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b361dc7b944f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文字方塊 2">
            <a:extLst xmlns:a="http://schemas.openxmlformats.org/drawingml/2006/main">
              <a:ext uri="{FF2B5EF4-FFF2-40B4-BE49-F238E27FC236}">
                <a16:creationId xmlns:a16="http://schemas.microsoft.com/office/drawing/2014/main" id="{29869EC9-594F-49DD-B088-676D5C334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6010" y="2212321"/>
            <a:ext cx="4411980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75" b="1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rPr>
              <a:t>下班後日常</a:t>
            </a:r>
          </a:p>
        </p:txBody>
      </p:sp>
      <p:sp>
        <p:nvSpPr>
          <p:cNvPr id="4" name="文字方塊 3">
            <a:extLst xmlns:a="http://schemas.openxmlformats.org/drawingml/2006/main">
              <a:ext uri="{FF2B5EF4-FFF2-40B4-BE49-F238E27FC236}">
                <a16:creationId xmlns:a16="http://schemas.microsoft.com/office/drawing/2014/main" id="{03609802-E41E-48B5-A093-CBDD496B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6010" y="2869628"/>
            <a:ext cx="441198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rPr>
              <a:t>跑步、音樂劇、狗派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785438-2C2F-4595-8D33-5179C435D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86150"/>
            <a:ext cx="16002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9525">
            <a:solidFill>
              <a:srgbClr val="EAF6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1D6D80-EA44-481E-9D8B-A5B0E8F22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486150"/>
            <a:ext cx="16002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9525">
            <a:solidFill>
              <a:srgbClr val="EAF6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E546D3-002A-4ED7-AE56-54E7FC877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486150"/>
            <a:ext cx="16002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9525">
            <a:solidFill>
              <a:srgbClr val="EAF6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C69C76-4BEB-43E6-ACD6-667C0B407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63855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7B3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7B37E"/>
                </a:solidFill>
                <a:latin typeface="Microsoft JhengHei"/>
                <a:ea typeface="Microsoft JhengHei"/>
                <a:cs typeface="Microsoft JhengHei"/>
              </a:rPr>
              <a:t>每天 7 公里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76EA4E-4B97-4B4A-AEA0-53EAFAA4A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886200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9803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rPr>
              <a:t>準備基隆馬拉松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1A1F36-0B98-4B40-B598-F5B9269FE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63855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7B3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7B37E"/>
                </a:solidFill>
                <a:latin typeface="Microsoft JhengHei"/>
                <a:ea typeface="Microsoft JhengHei"/>
                <a:cs typeface="Microsoft JhengHei"/>
              </a:rPr>
              <a:t>音樂劇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489286-D282-4899-B26D-691E2D639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8862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5679"/>
          </a:bodyPr>
          <a:lstStyle xmlns:a="http://schemas.openxmlformats.org/drawingml/2006/main"/>
          <a:p xmlns:a="http://schemas.openxmlformats.org/drawingml/2006/main">
            <a:pPr algn="ctr">
              <a:defRPr sz="810" b="0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10" b="0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rPr>
              <a:t>鐘樓怪人 / 羅密歐與茱麗葉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E820B4-21EA-4428-BED1-AAEBD5D2B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3855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7B3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7B37E"/>
                </a:solidFill>
                <a:latin typeface="Microsoft JhengHei"/>
                <a:ea typeface="Microsoft JhengHei"/>
                <a:cs typeface="Microsoft JhengHei"/>
              </a:rPr>
              <a:t>狗派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FDA52E-4063-41B9-A862-B73D9E308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88620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9803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rPr>
              <a:t>法鬥和吉娃娃</a:t>
            </a:r>
          </a:p>
        </p:txBody>
      </p:sp>
    </p:spTree>
    <p:extLst>
      <p:ext uri="{BB962C8B-B14F-4D97-AF65-F5344CB8AC3E}">
        <p14:creationId xmlns:p14="http://schemas.microsoft.com/office/powerpoint/2010/main" val="69228898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字方塊 1">
            <a:extLst xmlns:a="http://schemas.openxmlformats.org/drawingml/2006/main">
              <a:ext uri="{FF2B5EF4-FFF2-40B4-BE49-F238E27FC236}">
                <a16:creationId xmlns:a16="http://schemas.microsoft.com/office/drawing/2014/main" id="{514A3BDD-1903-4220-BC2B-30636328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89" y="254790"/>
            <a:ext cx="1107996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 fontScale="6767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rPr>
              <a:t>基隆口袋地圖</a:t>
            </a:r>
          </a:p>
        </p:txBody>
      </p:sp>
      <p:sp>
        <p:nvSpPr>
          <p:cNvPr id="3" name="文字方塊 2">
            <a:extLst xmlns:a="http://schemas.openxmlformats.org/drawingml/2006/main">
              <a:ext uri="{FF2B5EF4-FFF2-40B4-BE49-F238E27FC236}">
                <a16:creationId xmlns:a16="http://schemas.microsoft.com/office/drawing/2014/main" id="{B28A3589-029E-449B-832A-41027EDDA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88" y="643888"/>
            <a:ext cx="723275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55555"/>
                </a:solidFill>
                <a:latin typeface="Microsoft JhengHei"/>
                <a:ea typeface="Microsoft JhengHei"/>
                <a:cs typeface="Microsoft JhengHei"/>
              </a:rPr>
              <a:t>Keelung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119AB6-AFD4-4307-805D-F4FEDDCD9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90650"/>
            <a:ext cx="22669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DDF1E4"/>
          </a:solidFill>
          <a:ln xmlns:a="http://schemas.openxmlformats.org/drawingml/2006/main" w="9525">
            <a:solidFill>
              <a:srgbClr val="DDF1E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175D51-3244-4D5B-8808-90EB5EEE7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390650"/>
            <a:ext cx="22669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EF7E9"/>
          </a:solidFill>
          <a:ln xmlns:a="http://schemas.openxmlformats.org/drawingml/2006/main" w="9525">
            <a:solidFill>
              <a:srgbClr val="EEF7E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F46FB7-382C-4B92-8143-C2CA0CACE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390650"/>
            <a:ext cx="22669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DAEEF2"/>
          </a:solidFill>
          <a:ln xmlns:a="http://schemas.openxmlformats.org/drawingml/2006/main" w="9525">
            <a:solidFill>
              <a:srgbClr val="DAEE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3701BA-7098-4F74-AB05-3BAB96F0D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38300"/>
            <a:ext cx="933450" cy="314325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37B37E"/>
          </a:solidFill>
          <a:ln xmlns:a="http://schemas.openxmlformats.org/drawingml/2006/main" w="9525">
            <a:solidFill>
              <a:srgbClr val="37B37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3DB6FF-B16C-492C-A7F4-09FAFCA65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看海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B109B1-D59C-48EB-9CB6-C4AC51D24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638300"/>
            <a:ext cx="933450" cy="314325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79C066"/>
          </a:solidFill>
          <a:ln xmlns:a="http://schemas.openxmlformats.org/drawingml/2006/main" w="9525">
            <a:solidFill>
              <a:srgbClr val="79C06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CB67AA-B6D8-4706-AABA-9DE83F21C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695450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吃飯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1AF8DD-3FD0-4A9F-9023-14713EFF7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38300"/>
            <a:ext cx="933450" cy="314325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1B758B"/>
          </a:solidFill>
          <a:ln xmlns:a="http://schemas.openxmlformats.org/drawingml/2006/main" w="9525">
            <a:solidFill>
              <a:srgbClr val="1B758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D53C08-4647-45D6-9A3F-AB2FA7912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95450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海上活動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D6DDC4-175B-4096-8976-C0CED5456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14550"/>
            <a:ext cx="1809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0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rPr>
              <a:t>天氣好時去海邊走走很開心。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90" b="0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0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rPr>
              <a:t>正濱漁港、和平島、八斗子都適合安排半日小旅行。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5945C1-E4CC-4400-AAEC-A3C56C712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114550"/>
            <a:ext cx="1809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0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rPr>
              <a:t>廟口周邊、海大附近、海景咖啡和小吃都可以慢慢探索。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90" b="0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0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rPr>
              <a:t>不知道吃什麼可以問我。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07D456-892C-49C5-8B41-9B400DE2F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14550"/>
            <a:ext cx="1809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0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rPr>
              <a:t>可以玩 SUP 和風浪板。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90" b="0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0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rPr>
              <a:t>之前划去外海看日出，很好玩，不過真的會曬黑。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EBE0CE-7124-41F2-A831-00DCF5510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00500"/>
            <a:ext cx="657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B75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B758B"/>
                </a:solidFill>
                <a:latin typeface="Microsoft JhengHei"/>
                <a:ea typeface="Microsoft JhengHei"/>
                <a:cs typeface="Microsoft JhengHei"/>
              </a:rPr>
              <a:t>大家來基隆不知道吃什麼可以問我；也歡迎推薦很棒的餐廳給我。</a:t>
            </a:r>
          </a:p>
        </p:txBody>
      </p:sp>
    </p:spTree>
    <p:extLst>
      <p:ext uri="{BB962C8B-B14F-4D97-AF65-F5344CB8AC3E}">
        <p14:creationId xmlns:p14="http://schemas.microsoft.com/office/powerpoint/2010/main" val="86772779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圖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16bbafbabc428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文字方塊 2">
            <a:extLst xmlns:a="http://schemas.openxmlformats.org/drawingml/2006/main">
              <a:ext uri="{FF2B5EF4-FFF2-40B4-BE49-F238E27FC236}">
                <a16:creationId xmlns:a16="http://schemas.microsoft.com/office/drawing/2014/main" id="{561BF34E-C1D4-4970-BF67-DE1DC86E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6010" y="2202381"/>
            <a:ext cx="4411980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/>
              <a:t>這是標題</a:t>
            </a:r>
          </a:p>
        </p:txBody>
      </p:sp>
      <p:sp>
        <p:nvSpPr>
          <p:cNvPr id="4" name="文字方塊 3">
            <a:extLst xmlns:a="http://schemas.openxmlformats.org/drawingml/2006/main">
              <a:ext uri="{FF2B5EF4-FFF2-40B4-BE49-F238E27FC236}">
                <a16:creationId xmlns:a16="http://schemas.microsoft.com/office/drawing/2014/main" id="{DA83C5D4-48B3-4852-A0F7-619210892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6010" y="2869628"/>
            <a:ext cx="441198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>
                <a:latin typeface="Calibri"/>
                <a:ea typeface="Calibri"/>
                <a:cs typeface="Calibri"/>
              </a:rPr>
              <a:t>這是子標題</a:t>
            </a:r>
          </a:p>
        </p:txBody>
      </p:sp>
    </p:spTree>
    <p:extLst>
      <p:ext uri="{BB962C8B-B14F-4D97-AF65-F5344CB8AC3E}">
        <p14:creationId xmlns:p14="http://schemas.microsoft.com/office/powerpoint/2010/main" val="323552966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字方塊 1">
            <a:extLst xmlns:a="http://schemas.openxmlformats.org/drawingml/2006/main">
              <a:ext uri="{FF2B5EF4-FFF2-40B4-BE49-F238E27FC236}">
                <a16:creationId xmlns:a16="http://schemas.microsoft.com/office/drawing/2014/main" id="{D4492F3A-5D64-087F-226C-59BC60E49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97" y="2048001"/>
            <a:ext cx="3910416" cy="7848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r>
              <a:rPr sz="4500" b="1">
                <a:solidFill>
                  <a:srgbClr val="333333"/>
                </a:solidFill>
              </a:rPr>
              <a:t>Thank</a:t>
            </a:r>
            <a:r>
              <a:rPr sz="4500" b="1">
                <a:solidFill>
                  <a:srgbClr val="333333"/>
                </a:solidFill>
              </a:rPr>
              <a:t> </a:t>
            </a:r>
            <a:r>
              <a:rPr sz="4500" b="1">
                <a:solidFill>
                  <a:srgbClr val="333333"/>
                </a:solidFill>
              </a:rPr>
              <a:t>You!</a:t>
            </a:r>
          </a:p>
        </p:txBody>
      </p:sp>
      <p:pic>
        <p:nvPicPr>
          <p:cNvPr id="5" name="圖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c1dad3915c479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3221" y="1351173"/>
            <a:ext cx="3176209" cy="38393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86871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圖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45e7f760994e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" y="0"/>
            <a:ext cx="9144001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文字方塊 2">
            <a:extLst xmlns:a="http://schemas.openxmlformats.org/drawingml/2006/main">
              <a:ext uri="{FF2B5EF4-FFF2-40B4-BE49-F238E27FC236}">
                <a16:creationId xmlns:a16="http://schemas.microsoft.com/office/drawing/2014/main" id="{D493CCB2-5A6F-4D67-A042-18C5817C5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6010" y="2202381"/>
            <a:ext cx="4411980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/>
              <a:t>這是標題</a:t>
            </a:r>
          </a:p>
        </p:txBody>
      </p:sp>
      <p:sp>
        <p:nvSpPr>
          <p:cNvPr id="6" name="文字方塊 5">
            <a:extLst xmlns:a="http://schemas.openxmlformats.org/drawingml/2006/main">
              <a:ext uri="{FF2B5EF4-FFF2-40B4-BE49-F238E27FC236}">
                <a16:creationId xmlns:a16="http://schemas.microsoft.com/office/drawing/2014/main" id="{077F19B6-FE67-4391-930D-F9EF35DB1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6010" y="2869628"/>
            <a:ext cx="441198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>
                <a:latin typeface="Calibri"/>
                <a:ea typeface="Calibri"/>
                <a:cs typeface="Calibri"/>
              </a:rPr>
              <a:t>這是子標題</a:t>
            </a:r>
          </a:p>
        </p:txBody>
      </p:sp>
    </p:spTree>
    <p:extLst>
      <p:ext uri="{BB962C8B-B14F-4D97-AF65-F5344CB8AC3E}">
        <p14:creationId xmlns:p14="http://schemas.microsoft.com/office/powerpoint/2010/main" val="317159741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圖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e3ccb6faff44f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文字方塊 2">
            <a:extLst xmlns:a="http://schemas.openxmlformats.org/drawingml/2006/main">
              <a:ext uri="{FF2B5EF4-FFF2-40B4-BE49-F238E27FC236}">
                <a16:creationId xmlns:a16="http://schemas.microsoft.com/office/drawing/2014/main" id="{76E7E194-B0B0-4048-8AD0-1E11FF4EE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6010" y="2202381"/>
            <a:ext cx="4411980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/>
              <a:t>這是標題</a:t>
            </a:r>
          </a:p>
        </p:txBody>
      </p:sp>
      <p:sp>
        <p:nvSpPr>
          <p:cNvPr id="5" name="文字方塊 4">
            <a:extLst xmlns:a="http://schemas.openxmlformats.org/drawingml/2006/main">
              <a:ext uri="{FF2B5EF4-FFF2-40B4-BE49-F238E27FC236}">
                <a16:creationId xmlns:a16="http://schemas.microsoft.com/office/drawing/2014/main" id="{99DDB235-73D4-4C91-AB65-F35E746A6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6010" y="2869628"/>
            <a:ext cx="441198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>
                <a:latin typeface="Calibri"/>
                <a:ea typeface="Calibri"/>
                <a:cs typeface="Calibri"/>
              </a:rPr>
              <a:t>這是子標題</a:t>
            </a:r>
          </a:p>
        </p:txBody>
      </p:sp>
    </p:spTree>
    <p:extLst>
      <p:ext uri="{BB962C8B-B14F-4D97-AF65-F5344CB8AC3E}">
        <p14:creationId xmlns:p14="http://schemas.microsoft.com/office/powerpoint/2010/main" val="63759313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圖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afa4a2819f40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文字方塊 2">
            <a:extLst xmlns:a="http://schemas.openxmlformats.org/drawingml/2006/main">
              <a:ext uri="{FF2B5EF4-FFF2-40B4-BE49-F238E27FC236}">
                <a16:creationId xmlns:a16="http://schemas.microsoft.com/office/drawing/2014/main" id="{114CF874-D314-45DC-A034-B6AE66C0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6010" y="2202381"/>
            <a:ext cx="4411980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/>
              <a:t>這是標題</a:t>
            </a:r>
          </a:p>
        </p:txBody>
      </p:sp>
      <p:sp>
        <p:nvSpPr>
          <p:cNvPr id="4" name="文字方塊 3">
            <a:extLst xmlns:a="http://schemas.openxmlformats.org/drawingml/2006/main">
              <a:ext uri="{FF2B5EF4-FFF2-40B4-BE49-F238E27FC236}">
                <a16:creationId xmlns:a16="http://schemas.microsoft.com/office/drawing/2014/main" id="{63BD436F-59E9-4DD1-A6C2-367725232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6010" y="2869628"/>
            <a:ext cx="441198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>
                <a:latin typeface="Calibri"/>
                <a:ea typeface="Calibri"/>
                <a:cs typeface="Calibri"/>
              </a:rPr>
              <a:t>這是子標題</a:t>
            </a:r>
          </a:p>
        </p:txBody>
      </p:sp>
    </p:spTree>
    <p:extLst>
      <p:ext uri="{BB962C8B-B14F-4D97-AF65-F5344CB8AC3E}">
        <p14:creationId xmlns:p14="http://schemas.microsoft.com/office/powerpoint/2010/main" val="423917617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圖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de7ab37bc147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文字方塊 2">
            <a:extLst xmlns:a="http://schemas.openxmlformats.org/drawingml/2006/main">
              <a:ext uri="{FF2B5EF4-FFF2-40B4-BE49-F238E27FC236}">
                <a16:creationId xmlns:a16="http://schemas.microsoft.com/office/drawing/2014/main" id="{DA1C269D-81CD-448F-80A1-E9B9381FE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6010" y="2198534"/>
            <a:ext cx="4411980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/>
              <a:t>這是標題</a:t>
            </a:r>
          </a:p>
        </p:txBody>
      </p:sp>
      <p:sp>
        <p:nvSpPr>
          <p:cNvPr id="4" name="文字方塊 3">
            <a:extLst xmlns:a="http://schemas.openxmlformats.org/drawingml/2006/main">
              <a:ext uri="{FF2B5EF4-FFF2-40B4-BE49-F238E27FC236}">
                <a16:creationId xmlns:a16="http://schemas.microsoft.com/office/drawing/2014/main" id="{1C1411B7-C587-42D7-B056-E0658BFCD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6010" y="2869628"/>
            <a:ext cx="441198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>
                <a:latin typeface="Calibri"/>
                <a:ea typeface="Calibri"/>
                <a:cs typeface="Calibri"/>
              </a:rPr>
              <a:t>這是子標題</a:t>
            </a:r>
          </a:p>
        </p:txBody>
      </p:sp>
    </p:spTree>
    <p:extLst>
      <p:ext uri="{BB962C8B-B14F-4D97-AF65-F5344CB8AC3E}">
        <p14:creationId xmlns:p14="http://schemas.microsoft.com/office/powerpoint/2010/main" val="86583746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圖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466abdbfb347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" y="0"/>
            <a:ext cx="9144001" cy="5143501"/>
          </a:xfrm>
          <a:prstGeom xmlns:a="http://schemas.openxmlformats.org/drawingml/2006/main" prst="rect">
            <a:avLst/>
          </a:prstGeom>
        </p:spPr>
      </p:pic>
      <p:sp>
        <p:nvSpPr>
          <p:cNvPr id="3" name="文字方塊 2">
            <a:extLst xmlns:a="http://schemas.openxmlformats.org/drawingml/2006/main">
              <a:ext uri="{FF2B5EF4-FFF2-40B4-BE49-F238E27FC236}">
                <a16:creationId xmlns:a16="http://schemas.microsoft.com/office/drawing/2014/main" id="{F12E22F8-F3A6-4703-891B-564A2D7C5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6010" y="2202381"/>
            <a:ext cx="4411980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/>
              <a:t>這是標題</a:t>
            </a:r>
          </a:p>
        </p:txBody>
      </p:sp>
      <p:sp>
        <p:nvSpPr>
          <p:cNvPr id="4" name="文字方塊 3">
            <a:extLst xmlns:a="http://schemas.openxmlformats.org/drawingml/2006/main">
              <a:ext uri="{FF2B5EF4-FFF2-40B4-BE49-F238E27FC236}">
                <a16:creationId xmlns:a16="http://schemas.microsoft.com/office/drawing/2014/main" id="{B5FAF886-81AC-4F0D-9DFB-B4C19D58C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6010" y="2869628"/>
            <a:ext cx="441198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>
                <a:latin typeface="Calibri"/>
                <a:ea typeface="Calibri"/>
                <a:cs typeface="Calibri"/>
              </a:rPr>
              <a:t>這是子標題</a:t>
            </a:r>
          </a:p>
        </p:txBody>
      </p:sp>
    </p:spTree>
    <p:extLst>
      <p:ext uri="{BB962C8B-B14F-4D97-AF65-F5344CB8AC3E}">
        <p14:creationId xmlns:p14="http://schemas.microsoft.com/office/powerpoint/2010/main" val="169015472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圖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c02ebc71de4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文字方塊 2">
            <a:extLst xmlns:a="http://schemas.openxmlformats.org/drawingml/2006/main">
              <a:ext uri="{FF2B5EF4-FFF2-40B4-BE49-F238E27FC236}">
                <a16:creationId xmlns:a16="http://schemas.microsoft.com/office/drawing/2014/main" id="{8EC0118E-FA74-42EE-937F-C92CFE4E4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6010" y="2202381"/>
            <a:ext cx="4411980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/>
              <a:t>這是標題</a:t>
            </a:r>
          </a:p>
        </p:txBody>
      </p:sp>
      <p:sp>
        <p:nvSpPr>
          <p:cNvPr id="4" name="文字方塊 3">
            <a:extLst xmlns:a="http://schemas.openxmlformats.org/drawingml/2006/main">
              <a:ext uri="{FF2B5EF4-FFF2-40B4-BE49-F238E27FC236}">
                <a16:creationId xmlns:a16="http://schemas.microsoft.com/office/drawing/2014/main" id="{66D3DEC0-10C2-4513-AAF3-17B020D28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6010" y="2869628"/>
            <a:ext cx="441198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>
                <a:latin typeface="Calibri"/>
                <a:ea typeface="Calibri"/>
                <a:cs typeface="Calibri"/>
              </a:rPr>
              <a:t>這是子標題</a:t>
            </a:r>
          </a:p>
        </p:txBody>
      </p:sp>
    </p:spTree>
    <p:extLst>
      <p:ext uri="{BB962C8B-B14F-4D97-AF65-F5344CB8AC3E}">
        <p14:creationId xmlns:p14="http://schemas.microsoft.com/office/powerpoint/2010/main" val="98622607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文字方塊 5">
            <a:extLst xmlns:a="http://schemas.openxmlformats.org/drawingml/2006/main">
              <a:ext uri="{FF2B5EF4-FFF2-40B4-BE49-F238E27FC236}">
                <a16:creationId xmlns:a16="http://schemas.microsoft.com/office/drawing/2014/main" id="{9FD2744D-F202-466F-9E4E-188BF5381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6010" y="2202381"/>
            <a:ext cx="4411980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/>
              <a:t>這是標題</a:t>
            </a:r>
          </a:p>
        </p:txBody>
      </p:sp>
      <p:sp>
        <p:nvSpPr>
          <p:cNvPr id="7" name="文字方塊 6">
            <a:extLst xmlns:a="http://schemas.openxmlformats.org/drawingml/2006/main">
              <a:ext uri="{FF2B5EF4-FFF2-40B4-BE49-F238E27FC236}">
                <a16:creationId xmlns:a16="http://schemas.microsoft.com/office/drawing/2014/main" id="{E9D6D834-0BB0-4A47-B429-9120F416F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6010" y="2869628"/>
            <a:ext cx="441198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>
                <a:latin typeface="Calibri"/>
                <a:ea typeface="Calibri"/>
                <a:cs typeface="Calibri"/>
              </a:rPr>
              <a:t>這是子標題</a:t>
            </a:r>
          </a:p>
        </p:txBody>
      </p:sp>
    </p:spTree>
    <p:extLst>
      <p:ext uri="{BB962C8B-B14F-4D97-AF65-F5344CB8AC3E}">
        <p14:creationId xmlns:p14="http://schemas.microsoft.com/office/powerpoint/2010/main" val="373822681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字方塊 1">
            <a:extLst xmlns:a="http://schemas.openxmlformats.org/drawingml/2006/main">
              <a:ext uri="{FF2B5EF4-FFF2-40B4-BE49-F238E27FC236}">
                <a16:creationId xmlns:a16="http://schemas.microsoft.com/office/drawing/2014/main" id="{514A3BDD-1903-4220-BC2B-30636328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89" y="238164"/>
            <a:ext cx="1107996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latin typeface="Calibri"/>
                <a:ea typeface="Calibri"/>
                <a:cs typeface="Calibri"/>
              </a:rPr>
              <a:t>主標題</a:t>
            </a:r>
          </a:p>
        </p:txBody>
      </p:sp>
      <p:sp>
        <p:nvSpPr>
          <p:cNvPr id="3" name="文字方塊 2">
            <a:extLst xmlns:a="http://schemas.openxmlformats.org/drawingml/2006/main">
              <a:ext uri="{FF2B5EF4-FFF2-40B4-BE49-F238E27FC236}">
                <a16:creationId xmlns:a16="http://schemas.microsoft.com/office/drawing/2014/main" id="{B28A3589-029E-449B-832A-41027EDDA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88" y="635575"/>
            <a:ext cx="723275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>
                <a:latin typeface="Calibri"/>
                <a:ea typeface="Calibri"/>
                <a:cs typeface="Calibri"/>
              </a:rPr>
              <a:t>副標題</a:t>
            </a:r>
          </a:p>
        </p:txBody>
      </p:sp>
      <p:sp>
        <p:nvSpPr>
          <p:cNvPr id="26" name="圓角化對角線角落矩形 1">
            <a:extLst xmlns:a="http://schemas.openxmlformats.org/drawingml/2006/main">
              <a:ext uri="{FF2B5EF4-FFF2-40B4-BE49-F238E27FC236}">
                <a16:creationId xmlns:a16="http://schemas.microsoft.com/office/drawing/2014/main" id="{17D644F6-C102-4949-8AEE-DA6B60844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055310" y="1640205"/>
            <a:ext cx="3455930" cy="1754446"/>
          </a:xfrm>
          <a:prstGeom xmlns:a="http://schemas.openxmlformats.org/drawingml/2006/main" prst="round2DiagRect">
            <a:avLst/>
          </a:prstGeom>
          <a:solidFill xmlns:a="http://schemas.openxmlformats.org/drawingml/2006/main">
            <a:srgbClr val="79C066">
              <a:alpha val="43129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</a:p>
        </p:txBody>
      </p:sp>
      <p:sp>
        <p:nvSpPr>
          <p:cNvPr id="32" name="直線接點 31">
            <a:extLst xmlns:a="http://schemas.openxmlformats.org/drawingml/2006/main">
              <a:ext uri="{FF2B5EF4-FFF2-40B4-BE49-F238E27FC236}">
                <a16:creationId xmlns:a16="http://schemas.microsoft.com/office/drawing/2014/main" id="{15860FDC-F0D5-488D-A1BE-DF205C521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93" y="2237630"/>
            <a:ext cx="7689189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7B37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3" name="直線接點 32">
            <a:extLst xmlns:a="http://schemas.openxmlformats.org/drawingml/2006/main">
              <a:ext uri="{FF2B5EF4-FFF2-40B4-BE49-F238E27FC236}">
                <a16:creationId xmlns:a16="http://schemas.microsoft.com/office/drawing/2014/main" id="{18EFC28C-ADCD-441E-AC8F-4E01D46C4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93" y="2906885"/>
            <a:ext cx="7689189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7B37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直線接點 33">
            <a:extLst xmlns:a="http://schemas.openxmlformats.org/drawingml/2006/main">
              <a:ext uri="{FF2B5EF4-FFF2-40B4-BE49-F238E27FC236}">
                <a16:creationId xmlns:a16="http://schemas.microsoft.com/office/drawing/2014/main" id="{43D3B0D5-D30C-49F5-9D27-F7294E6B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93" y="3576140"/>
            <a:ext cx="7689189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7B37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7" name="直線接點 36">
            <a:extLst xmlns:a="http://schemas.openxmlformats.org/drawingml/2006/main">
              <a:ext uri="{FF2B5EF4-FFF2-40B4-BE49-F238E27FC236}">
                <a16:creationId xmlns:a16="http://schemas.microsoft.com/office/drawing/2014/main" id="{1A600BD9-716D-4675-BE6B-CED7E3C8D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93" y="4245393"/>
            <a:ext cx="7689189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7B37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8" name="直線接點 37">
            <a:extLst xmlns:a="http://schemas.openxmlformats.org/drawingml/2006/main">
              <a:ext uri="{FF2B5EF4-FFF2-40B4-BE49-F238E27FC236}">
                <a16:creationId xmlns:a16="http://schemas.microsoft.com/office/drawing/2014/main" id="{C0704D94-FDB9-4629-A90C-B713046D3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93" y="1568375"/>
            <a:ext cx="7689189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7B37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2" name="文字方塊 51">
            <a:extLst xmlns:a="http://schemas.openxmlformats.org/drawingml/2006/main">
              <a:ext uri="{FF2B5EF4-FFF2-40B4-BE49-F238E27FC236}">
                <a16:creationId xmlns:a16="http://schemas.microsoft.com/office/drawing/2014/main" id="{18CC8156-786B-43A9-8CE4-4F0D7DC9B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753" y="1719747"/>
            <a:ext cx="699230" cy="3665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600">
                <a:latin typeface="Calibri"/>
                <a:ea typeface="Calibri"/>
                <a:cs typeface="Calibri"/>
              </a:rPr>
              <a:t>標題</a:t>
            </a:r>
            <a:r>
              <a:rPr sz="1600"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53" name="文字方塊 52">
            <a:extLst xmlns:a="http://schemas.openxmlformats.org/drawingml/2006/main">
              <a:ext uri="{FF2B5EF4-FFF2-40B4-BE49-F238E27FC236}">
                <a16:creationId xmlns:a16="http://schemas.microsoft.com/office/drawing/2014/main" id="{052B9B73-8E21-4B4E-BBBD-F233FE0C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753" y="2389002"/>
            <a:ext cx="699230" cy="3665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600">
                <a:latin typeface="Calibri"/>
                <a:ea typeface="Calibri"/>
                <a:cs typeface="Calibri"/>
              </a:rPr>
              <a:t>標題</a:t>
            </a:r>
            <a:r>
              <a:rPr sz="1600"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54" name="文字方塊 53">
            <a:extLst xmlns:a="http://schemas.openxmlformats.org/drawingml/2006/main">
              <a:ext uri="{FF2B5EF4-FFF2-40B4-BE49-F238E27FC236}">
                <a16:creationId xmlns:a16="http://schemas.microsoft.com/office/drawing/2014/main" id="{391C8E35-4350-4555-B354-8F3FA1AD9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753" y="3058257"/>
            <a:ext cx="699230" cy="3665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600">
                <a:latin typeface="Calibri"/>
                <a:ea typeface="Calibri"/>
                <a:cs typeface="Calibri"/>
              </a:rPr>
              <a:t>標題</a:t>
            </a:r>
            <a:r>
              <a:rPr sz="1600"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55" name="文字方塊 54">
            <a:extLst xmlns:a="http://schemas.openxmlformats.org/drawingml/2006/main">
              <a:ext uri="{FF2B5EF4-FFF2-40B4-BE49-F238E27FC236}">
                <a16:creationId xmlns:a16="http://schemas.microsoft.com/office/drawing/2014/main" id="{961D68D5-BFDB-4A30-A96F-DF3F0620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753" y="3727512"/>
            <a:ext cx="699230" cy="3665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600">
                <a:latin typeface="Calibri"/>
                <a:ea typeface="Calibri"/>
                <a:cs typeface="Calibri"/>
              </a:rPr>
              <a:t>標題</a:t>
            </a:r>
            <a:r>
              <a:rPr sz="1600"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56" name="文字方塊 55">
            <a:extLst xmlns:a="http://schemas.openxmlformats.org/drawingml/2006/main">
              <a:ext uri="{FF2B5EF4-FFF2-40B4-BE49-F238E27FC236}">
                <a16:creationId xmlns:a16="http://schemas.microsoft.com/office/drawing/2014/main" id="{2D9C2F30-BA8C-473C-9ECF-D32531D98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8062" y="1011162"/>
            <a:ext cx="699230" cy="3665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600">
                <a:latin typeface="Calibri"/>
                <a:ea typeface="Calibri"/>
                <a:cs typeface="Calibri"/>
              </a:rPr>
              <a:t>標題</a:t>
            </a:r>
            <a:r>
              <a:rPr sz="1600"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57" name="文字方塊 56">
            <a:extLst xmlns:a="http://schemas.openxmlformats.org/drawingml/2006/main">
              <a:ext uri="{FF2B5EF4-FFF2-40B4-BE49-F238E27FC236}">
                <a16:creationId xmlns:a16="http://schemas.microsoft.com/office/drawing/2014/main" id="{BBC8DA57-7FF7-4122-801F-B584F881E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3660" y="1011162"/>
            <a:ext cx="699230" cy="3665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600">
                <a:latin typeface="Calibri"/>
                <a:ea typeface="Calibri"/>
                <a:cs typeface="Calibri"/>
              </a:rPr>
              <a:t>標題</a:t>
            </a:r>
            <a:r>
              <a:rPr sz="1600"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58" name="文字方塊 57">
            <a:extLst xmlns:a="http://schemas.openxmlformats.org/drawingml/2006/main">
              <a:ext uri="{FF2B5EF4-FFF2-40B4-BE49-F238E27FC236}">
                <a16:creationId xmlns:a16="http://schemas.microsoft.com/office/drawing/2014/main" id="{80F59D10-A5C2-4241-B266-91AFD6C51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5861" y="1011162"/>
            <a:ext cx="699230" cy="3665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600">
                <a:latin typeface="Calibri"/>
                <a:ea typeface="Calibri"/>
                <a:cs typeface="Calibri"/>
              </a:rPr>
              <a:t>標題</a:t>
            </a:r>
            <a:r>
              <a:rPr sz="1600"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59" name="文字方塊 58">
            <a:extLst xmlns:a="http://schemas.openxmlformats.org/drawingml/2006/main">
              <a:ext uri="{FF2B5EF4-FFF2-40B4-BE49-F238E27FC236}">
                <a16:creationId xmlns:a16="http://schemas.microsoft.com/office/drawing/2014/main" id="{224F3CE8-FBBB-4ADD-AF9B-88354236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1459" y="1011162"/>
            <a:ext cx="699230" cy="3665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600">
                <a:latin typeface="Calibri"/>
                <a:ea typeface="Calibri"/>
                <a:cs typeface="Calibri"/>
              </a:rPr>
              <a:t>標題</a:t>
            </a:r>
            <a:r>
              <a:rPr sz="1600"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60" name="文字方塊 59">
            <a:extLst xmlns:a="http://schemas.openxmlformats.org/drawingml/2006/main">
              <a:ext uri="{FF2B5EF4-FFF2-40B4-BE49-F238E27FC236}">
                <a16:creationId xmlns:a16="http://schemas.microsoft.com/office/drawing/2014/main" id="{F643B20B-15AF-419E-9374-203943330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0159" y="1719747"/>
            <a:ext cx="595035" cy="3665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600">
                <a:latin typeface="Calibri"/>
                <a:ea typeface="Calibri"/>
                <a:cs typeface="Calibri"/>
              </a:rPr>
              <a:t>數值</a:t>
            </a:r>
          </a:p>
        </p:txBody>
      </p:sp>
      <p:sp>
        <p:nvSpPr>
          <p:cNvPr id="61" name="文字方塊 60">
            <a:extLst xmlns:a="http://schemas.openxmlformats.org/drawingml/2006/main">
              <a:ext uri="{FF2B5EF4-FFF2-40B4-BE49-F238E27FC236}">
                <a16:creationId xmlns:a16="http://schemas.microsoft.com/office/drawing/2014/main" id="{9F2CD1FB-3CAB-4B78-A160-5AD2FE3F9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0159" y="2389001"/>
            <a:ext cx="595035" cy="3665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600">
                <a:latin typeface="Calibri"/>
                <a:ea typeface="Calibri"/>
                <a:cs typeface="Calibri"/>
              </a:rPr>
              <a:t>數值</a:t>
            </a:r>
          </a:p>
        </p:txBody>
      </p:sp>
      <p:sp>
        <p:nvSpPr>
          <p:cNvPr id="64" name="文字方塊 63">
            <a:extLst xmlns:a="http://schemas.openxmlformats.org/drawingml/2006/main">
              <a:ext uri="{FF2B5EF4-FFF2-40B4-BE49-F238E27FC236}">
                <a16:creationId xmlns:a16="http://schemas.microsoft.com/office/drawing/2014/main" id="{89353B8B-63E4-4AD7-8246-BE6990D67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0158" y="3058256"/>
            <a:ext cx="595035" cy="3665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600">
                <a:latin typeface="Calibri"/>
                <a:ea typeface="Calibri"/>
                <a:cs typeface="Calibri"/>
              </a:rPr>
              <a:t>數值</a:t>
            </a:r>
          </a:p>
        </p:txBody>
      </p:sp>
      <p:sp>
        <p:nvSpPr>
          <p:cNvPr id="65" name="文字方塊 64">
            <a:extLst xmlns:a="http://schemas.openxmlformats.org/drawingml/2006/main">
              <a:ext uri="{FF2B5EF4-FFF2-40B4-BE49-F238E27FC236}">
                <a16:creationId xmlns:a16="http://schemas.microsoft.com/office/drawing/2014/main" id="{19082BE7-4982-45CB-82DD-AB4D9D51D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0157" y="3727511"/>
            <a:ext cx="595035" cy="3665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600">
                <a:latin typeface="Calibri"/>
                <a:ea typeface="Calibri"/>
                <a:cs typeface="Calibri"/>
              </a:rPr>
              <a:t>數值</a:t>
            </a:r>
          </a:p>
        </p:txBody>
      </p:sp>
      <p:sp>
        <p:nvSpPr>
          <p:cNvPr id="67" name="文字方塊 66">
            <a:extLst xmlns:a="http://schemas.openxmlformats.org/drawingml/2006/main">
              <a:ext uri="{FF2B5EF4-FFF2-40B4-BE49-F238E27FC236}">
                <a16:creationId xmlns:a16="http://schemas.microsoft.com/office/drawing/2014/main" id="{8687F36F-31B3-42B5-B358-610059564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959" y="1719240"/>
            <a:ext cx="595035" cy="3665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600">
                <a:latin typeface="Calibri"/>
                <a:ea typeface="Calibri"/>
                <a:cs typeface="Calibri"/>
              </a:rPr>
              <a:t>數值</a:t>
            </a:r>
          </a:p>
        </p:txBody>
      </p:sp>
      <p:sp>
        <p:nvSpPr>
          <p:cNvPr id="68" name="文字方塊 67">
            <a:extLst xmlns:a="http://schemas.openxmlformats.org/drawingml/2006/main">
              <a:ext uri="{FF2B5EF4-FFF2-40B4-BE49-F238E27FC236}">
                <a16:creationId xmlns:a16="http://schemas.microsoft.com/office/drawing/2014/main" id="{0F4410A2-7F04-443B-99E9-55411997B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959" y="2388494"/>
            <a:ext cx="595035" cy="3665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600">
                <a:latin typeface="Calibri"/>
                <a:ea typeface="Calibri"/>
                <a:cs typeface="Calibri"/>
              </a:rPr>
              <a:t>數值</a:t>
            </a:r>
          </a:p>
        </p:txBody>
      </p:sp>
      <p:sp>
        <p:nvSpPr>
          <p:cNvPr id="69" name="文字方塊 68">
            <a:extLst xmlns:a="http://schemas.openxmlformats.org/drawingml/2006/main">
              <a:ext uri="{FF2B5EF4-FFF2-40B4-BE49-F238E27FC236}">
                <a16:creationId xmlns:a16="http://schemas.microsoft.com/office/drawing/2014/main" id="{4B5C5476-CA31-4299-8CFA-3A2E87984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959" y="3057749"/>
            <a:ext cx="595035" cy="3665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600">
                <a:latin typeface="Calibri"/>
                <a:ea typeface="Calibri"/>
                <a:cs typeface="Calibri"/>
              </a:rPr>
              <a:t>數值</a:t>
            </a:r>
          </a:p>
        </p:txBody>
      </p:sp>
      <p:sp>
        <p:nvSpPr>
          <p:cNvPr id="70" name="文字方塊 69">
            <a:extLst xmlns:a="http://schemas.openxmlformats.org/drawingml/2006/main">
              <a:ext uri="{FF2B5EF4-FFF2-40B4-BE49-F238E27FC236}">
                <a16:creationId xmlns:a16="http://schemas.microsoft.com/office/drawing/2014/main" id="{6C512CD0-3016-4261-A967-45D6571A7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959" y="3727004"/>
            <a:ext cx="595035" cy="3665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600">
                <a:latin typeface="Calibri"/>
                <a:ea typeface="Calibri"/>
                <a:cs typeface="Calibri"/>
              </a:rPr>
              <a:t>數值</a:t>
            </a:r>
          </a:p>
        </p:txBody>
      </p:sp>
      <p:sp>
        <p:nvSpPr>
          <p:cNvPr id="71" name="文字方塊 70">
            <a:extLst xmlns:a="http://schemas.openxmlformats.org/drawingml/2006/main">
              <a:ext uri="{FF2B5EF4-FFF2-40B4-BE49-F238E27FC236}">
                <a16:creationId xmlns:a16="http://schemas.microsoft.com/office/drawing/2014/main" id="{5742EEF3-66A8-4801-ADFD-A9036F67A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5758" y="1719240"/>
            <a:ext cx="595035" cy="3665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600">
                <a:latin typeface="Calibri"/>
                <a:ea typeface="Calibri"/>
                <a:cs typeface="Calibri"/>
              </a:rPr>
              <a:t>數值</a:t>
            </a:r>
          </a:p>
        </p:txBody>
      </p:sp>
      <p:sp>
        <p:nvSpPr>
          <p:cNvPr id="72" name="文字方塊 71">
            <a:extLst xmlns:a="http://schemas.openxmlformats.org/drawingml/2006/main">
              <a:ext uri="{FF2B5EF4-FFF2-40B4-BE49-F238E27FC236}">
                <a16:creationId xmlns:a16="http://schemas.microsoft.com/office/drawing/2014/main" id="{C3A1638B-A42A-4264-A460-8E85439D3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5758" y="2388494"/>
            <a:ext cx="595035" cy="3665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600">
                <a:latin typeface="Calibri"/>
                <a:ea typeface="Calibri"/>
                <a:cs typeface="Calibri"/>
              </a:rPr>
              <a:t>數值</a:t>
            </a:r>
          </a:p>
        </p:txBody>
      </p:sp>
      <p:sp>
        <p:nvSpPr>
          <p:cNvPr id="73" name="文字方塊 72">
            <a:extLst xmlns:a="http://schemas.openxmlformats.org/drawingml/2006/main">
              <a:ext uri="{FF2B5EF4-FFF2-40B4-BE49-F238E27FC236}">
                <a16:creationId xmlns:a16="http://schemas.microsoft.com/office/drawing/2014/main" id="{066A1010-BD02-45AB-BEC4-C9C6FD401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5758" y="3057749"/>
            <a:ext cx="595035" cy="3665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600">
                <a:latin typeface="Calibri"/>
                <a:ea typeface="Calibri"/>
                <a:cs typeface="Calibri"/>
              </a:rPr>
              <a:t>數值</a:t>
            </a:r>
          </a:p>
        </p:txBody>
      </p:sp>
      <p:sp>
        <p:nvSpPr>
          <p:cNvPr id="74" name="文字方塊 73">
            <a:extLst xmlns:a="http://schemas.openxmlformats.org/drawingml/2006/main">
              <a:ext uri="{FF2B5EF4-FFF2-40B4-BE49-F238E27FC236}">
                <a16:creationId xmlns:a16="http://schemas.microsoft.com/office/drawing/2014/main" id="{8CEE3CFA-4C7E-4C18-B7A1-249739176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5758" y="3727004"/>
            <a:ext cx="595035" cy="3665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600">
                <a:latin typeface="Calibri"/>
                <a:ea typeface="Calibri"/>
                <a:cs typeface="Calibri"/>
              </a:rPr>
              <a:t>數值</a:t>
            </a:r>
          </a:p>
        </p:txBody>
      </p:sp>
      <p:sp>
        <p:nvSpPr>
          <p:cNvPr id="75" name="文字方塊 74">
            <a:extLst xmlns:a="http://schemas.openxmlformats.org/drawingml/2006/main">
              <a:ext uri="{FF2B5EF4-FFF2-40B4-BE49-F238E27FC236}">
                <a16:creationId xmlns:a16="http://schemas.microsoft.com/office/drawing/2014/main" id="{0945A281-0151-427D-AFD2-2CE4AFD7E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3557" y="1719240"/>
            <a:ext cx="595035" cy="3665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600">
                <a:latin typeface="Calibri"/>
                <a:ea typeface="Calibri"/>
                <a:cs typeface="Calibri"/>
              </a:rPr>
              <a:t>數值</a:t>
            </a:r>
          </a:p>
        </p:txBody>
      </p:sp>
      <p:sp>
        <p:nvSpPr>
          <p:cNvPr id="76" name="文字方塊 75">
            <a:extLst xmlns:a="http://schemas.openxmlformats.org/drawingml/2006/main">
              <a:ext uri="{FF2B5EF4-FFF2-40B4-BE49-F238E27FC236}">
                <a16:creationId xmlns:a16="http://schemas.microsoft.com/office/drawing/2014/main" id="{8A5DE8B5-B085-45C3-A9AD-CE03F7AE0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3557" y="2388494"/>
            <a:ext cx="595035" cy="3665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600">
                <a:latin typeface="Calibri"/>
                <a:ea typeface="Calibri"/>
                <a:cs typeface="Calibri"/>
              </a:rPr>
              <a:t>數值</a:t>
            </a:r>
          </a:p>
        </p:txBody>
      </p:sp>
      <p:sp>
        <p:nvSpPr>
          <p:cNvPr id="77" name="文字方塊 76">
            <a:extLst xmlns:a="http://schemas.openxmlformats.org/drawingml/2006/main">
              <a:ext uri="{FF2B5EF4-FFF2-40B4-BE49-F238E27FC236}">
                <a16:creationId xmlns:a16="http://schemas.microsoft.com/office/drawing/2014/main" id="{B32891A4-59D6-48B6-838F-A0EFB2AEB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3557" y="3057749"/>
            <a:ext cx="595035" cy="3665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600">
                <a:latin typeface="Calibri"/>
                <a:ea typeface="Calibri"/>
                <a:cs typeface="Calibri"/>
              </a:rPr>
              <a:t>數值</a:t>
            </a:r>
          </a:p>
        </p:txBody>
      </p:sp>
      <p:sp>
        <p:nvSpPr>
          <p:cNvPr id="78" name="文字方塊 77">
            <a:extLst xmlns:a="http://schemas.openxmlformats.org/drawingml/2006/main">
              <a:ext uri="{FF2B5EF4-FFF2-40B4-BE49-F238E27FC236}">
                <a16:creationId xmlns:a16="http://schemas.microsoft.com/office/drawing/2014/main" id="{B89B6107-9D6E-4316-B66C-FAFB4E4A4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3557" y="3727004"/>
            <a:ext cx="595035" cy="3665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600">
                <a:latin typeface="Calibri"/>
                <a:ea typeface="Calibri"/>
                <a:cs typeface="Calibri"/>
              </a:rPr>
              <a:t>數值</a:t>
            </a:r>
          </a:p>
        </p:txBody>
      </p:sp>
    </p:spTree>
    <p:extLst>
      <p:ext uri="{BB962C8B-B14F-4D97-AF65-F5344CB8AC3E}">
        <p14:creationId xmlns:p14="http://schemas.microsoft.com/office/powerpoint/2010/main" val="30283234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字方塊 1">
            <a:extLst xmlns:a="http://schemas.openxmlformats.org/drawingml/2006/main">
              <a:ext uri="{FF2B5EF4-FFF2-40B4-BE49-F238E27FC236}">
                <a16:creationId xmlns:a16="http://schemas.microsoft.com/office/drawing/2014/main" id="{514A3BDD-1903-4220-BC2B-30636328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89" y="238164"/>
            <a:ext cx="1107996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latin typeface="Calibri"/>
                <a:ea typeface="Calibri"/>
                <a:cs typeface="Calibri"/>
              </a:rPr>
              <a:t>主標題</a:t>
            </a:r>
          </a:p>
        </p:txBody>
      </p:sp>
      <p:sp>
        <p:nvSpPr>
          <p:cNvPr id="3" name="文字方塊 2">
            <a:extLst xmlns:a="http://schemas.openxmlformats.org/drawingml/2006/main">
              <a:ext uri="{FF2B5EF4-FFF2-40B4-BE49-F238E27FC236}">
                <a16:creationId xmlns:a16="http://schemas.microsoft.com/office/drawing/2014/main" id="{B28A3589-029E-449B-832A-41027EDDA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88" y="635575"/>
            <a:ext cx="723275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>
                <a:latin typeface="Calibri"/>
                <a:ea typeface="Calibri"/>
                <a:cs typeface="Calibri"/>
              </a:rPr>
              <a:t>副標題</a:t>
            </a:r>
          </a:p>
        </p:txBody>
      </p:sp>
      <p:sp>
        <p:nvSpPr>
          <p:cNvPr id="35" name="圓角化對角線角落矩形 3">
            <a:extLst xmlns:a="http://schemas.openxmlformats.org/drawingml/2006/main">
              <a:ext uri="{FF2B5EF4-FFF2-40B4-BE49-F238E27FC236}">
                <a16:creationId xmlns:a16="http://schemas.microsoft.com/office/drawing/2014/main" id="{9142BB53-2438-4D3D-A150-7D4F87C2F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289399" y="900464"/>
            <a:ext cx="236252" cy="1249849"/>
          </a:xfrm>
          <a:prstGeom xmlns:a="http://schemas.openxmlformats.org/drawingml/2006/main" prst="round2DiagRect">
            <a:avLst/>
          </a:prstGeom>
          <a:solidFill xmlns:a="http://schemas.openxmlformats.org/drawingml/2006/main">
            <a:srgbClr val="79C066">
              <a:alpha val="70000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文字方塊 35">
            <a:extLst xmlns:a="http://schemas.openxmlformats.org/drawingml/2006/main">
              <a:ext uri="{FF2B5EF4-FFF2-40B4-BE49-F238E27FC236}">
                <a16:creationId xmlns:a16="http://schemas.microsoft.com/office/drawing/2014/main" id="{186F78A7-8A22-4425-8032-00ACB7244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03" y="885712"/>
            <a:ext cx="745504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r>
              <a:rPr sz="2000">
                <a:latin typeface="Calibri"/>
                <a:ea typeface="Calibri"/>
                <a:cs typeface="Calibri"/>
              </a:rPr>
              <a:t>June</a:t>
            </a:r>
          </a:p>
        </p:txBody>
      </p:sp>
      <p:sp>
        <p:nvSpPr>
          <p:cNvPr id="39" name="文字方塊 38">
            <a:extLst xmlns:a="http://schemas.openxmlformats.org/drawingml/2006/main">
              <a:ext uri="{FF2B5EF4-FFF2-40B4-BE49-F238E27FC236}">
                <a16:creationId xmlns:a16="http://schemas.microsoft.com/office/drawing/2014/main" id="{9ABC9A41-E87F-48DF-B6CE-F0EA62ACF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529" y="2965329"/>
            <a:ext cx="1645485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79C066"/>
                </a:solidFill>
                <a:latin typeface="Calibri"/>
                <a:ea typeface="Calibri"/>
                <a:cs typeface="Calibri"/>
              </a:rPr>
              <a:t>Doctus</a:t>
            </a:r>
            <a:r>
              <a:rPr b="1">
                <a:solidFill>
                  <a:srgbClr val="79C066"/>
                </a:solidFill>
                <a:latin typeface="Calibri"/>
                <a:ea typeface="Calibri"/>
                <a:cs typeface="Calibri"/>
              </a:rPr>
              <a:t> </a:t>
            </a:r>
            <a:r>
              <a:rPr b="1">
                <a:solidFill>
                  <a:srgbClr val="79C066"/>
                </a:solidFill>
                <a:latin typeface="Calibri"/>
                <a:ea typeface="Calibri"/>
                <a:cs typeface="Calibri"/>
              </a:rPr>
              <a:t>disndo</a:t>
            </a:r>
            <a:r>
              <a:rPr b="1">
                <a:solidFill>
                  <a:srgbClr val="79C066"/>
                </a:solidFill>
                <a:latin typeface="Calibri"/>
                <a:ea typeface="Calibri"/>
                <a:cs typeface="Calibri"/>
              </a:rPr>
              <a:t> </a:t>
            </a:r>
          </a:p>
        </p:txBody>
      </p:sp>
      <p:sp>
        <p:nvSpPr>
          <p:cNvPr id="40" name="文字方塊 39">
            <a:extLst xmlns:a="http://schemas.openxmlformats.org/drawingml/2006/main">
              <a:ext uri="{FF2B5EF4-FFF2-40B4-BE49-F238E27FC236}">
                <a16:creationId xmlns:a16="http://schemas.microsoft.com/office/drawing/2014/main" id="{7A3D6DB7-DBE6-4C44-AE9E-1F161414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6740" y="920655"/>
            <a:ext cx="745504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>
                <a:latin typeface="Calibri"/>
                <a:ea typeface="Calibri"/>
                <a:cs typeface="Calibri"/>
              </a:rPr>
              <a:t>W1</a:t>
            </a:r>
          </a:p>
        </p:txBody>
      </p:sp>
      <p:sp>
        <p:nvSpPr>
          <p:cNvPr id="41" name="直線接點 40">
            <a:extLst xmlns:a="http://schemas.openxmlformats.org/drawingml/2006/main">
              <a:ext uri="{FF2B5EF4-FFF2-40B4-BE49-F238E27FC236}">
                <a16:creationId xmlns:a16="http://schemas.microsoft.com/office/drawing/2014/main" id="{0F85079A-1D96-4D8C-9B75-6A970A2A6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492" y="1266293"/>
            <a:ext cx="0" cy="1337392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2">
                <a:lumMod val="90000"/>
              </a:schemeClr>
            </a:solidFill>
            <a:prstDash val="sysDot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2" name="直線接點 41">
            <a:extLst xmlns:a="http://schemas.openxmlformats.org/drawingml/2006/main">
              <a:ext uri="{FF2B5EF4-FFF2-40B4-BE49-F238E27FC236}">
                <a16:creationId xmlns:a16="http://schemas.microsoft.com/office/drawing/2014/main" id="{4822176B-E1DD-49AF-B4FB-BF9DD5BEF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11" y="1266293"/>
            <a:ext cx="0" cy="1337392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2">
                <a:lumMod val="90000"/>
              </a:schemeClr>
            </a:solidFill>
            <a:prstDash val="sysDot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3" name="直線接點 42">
            <a:extLst xmlns:a="http://schemas.openxmlformats.org/drawingml/2006/main">
              <a:ext uri="{FF2B5EF4-FFF2-40B4-BE49-F238E27FC236}">
                <a16:creationId xmlns:a16="http://schemas.microsoft.com/office/drawing/2014/main" id="{51817AEC-5CA3-421B-81EA-5A13F8C3A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7350" y="1266293"/>
            <a:ext cx="0" cy="1337392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2">
                <a:lumMod val="90000"/>
              </a:schemeClr>
            </a:solidFill>
            <a:prstDash val="sysDot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4" name="直線接點 43">
            <a:extLst xmlns:a="http://schemas.openxmlformats.org/drawingml/2006/main">
              <a:ext uri="{FF2B5EF4-FFF2-40B4-BE49-F238E27FC236}">
                <a16:creationId xmlns:a16="http://schemas.microsoft.com/office/drawing/2014/main" id="{18D1682A-49FC-4CE0-A261-C79059F6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0167" y="1266293"/>
            <a:ext cx="0" cy="1337392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2">
                <a:lumMod val="90000"/>
              </a:schemeClr>
            </a:solidFill>
            <a:prstDash val="sysDot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5" name="文字方塊 44">
            <a:extLst xmlns:a="http://schemas.openxmlformats.org/drawingml/2006/main">
              <a:ext uri="{FF2B5EF4-FFF2-40B4-BE49-F238E27FC236}">
                <a16:creationId xmlns:a16="http://schemas.microsoft.com/office/drawing/2014/main" id="{3ACACC5A-2E60-41D2-A695-5576988D4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7660" y="920655"/>
            <a:ext cx="745504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>
                <a:latin typeface="Calibri"/>
                <a:ea typeface="Calibri"/>
                <a:cs typeface="Calibri"/>
              </a:rPr>
              <a:t>W2</a:t>
            </a:r>
          </a:p>
        </p:txBody>
      </p:sp>
      <p:sp>
        <p:nvSpPr>
          <p:cNvPr id="46" name="文字方塊 45">
            <a:extLst xmlns:a="http://schemas.openxmlformats.org/drawingml/2006/main">
              <a:ext uri="{FF2B5EF4-FFF2-40B4-BE49-F238E27FC236}">
                <a16:creationId xmlns:a16="http://schemas.microsoft.com/office/drawing/2014/main" id="{3CA99E00-943C-49DC-92CD-0DF9345FA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4598" y="920655"/>
            <a:ext cx="745504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>
                <a:latin typeface="Calibri"/>
                <a:ea typeface="Calibri"/>
                <a:cs typeface="Calibri"/>
              </a:rPr>
              <a:t>W3</a:t>
            </a:r>
          </a:p>
        </p:txBody>
      </p:sp>
      <p:sp>
        <p:nvSpPr>
          <p:cNvPr id="47" name="文字方塊 46">
            <a:extLst xmlns:a="http://schemas.openxmlformats.org/drawingml/2006/main">
              <a:ext uri="{FF2B5EF4-FFF2-40B4-BE49-F238E27FC236}">
                <a16:creationId xmlns:a16="http://schemas.microsoft.com/office/drawing/2014/main" id="{781BF7C7-049C-44EF-AB01-9F00ABE7F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415" y="920655"/>
            <a:ext cx="745504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>
                <a:latin typeface="Calibri"/>
                <a:ea typeface="Calibri"/>
                <a:cs typeface="Calibri"/>
              </a:rPr>
              <a:t>W4</a:t>
            </a:r>
          </a:p>
        </p:txBody>
      </p:sp>
      <p:sp>
        <p:nvSpPr>
          <p:cNvPr id="48" name="文字方塊 47">
            <a:extLst xmlns:a="http://schemas.openxmlformats.org/drawingml/2006/main">
              <a:ext uri="{FF2B5EF4-FFF2-40B4-BE49-F238E27FC236}">
                <a16:creationId xmlns:a16="http://schemas.microsoft.com/office/drawing/2014/main" id="{1C7ABF10-6B9A-423D-9A55-DE5CFF921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177" y="876850"/>
            <a:ext cx="745504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2000">
                <a:latin typeface="Calibri"/>
                <a:ea typeface="Calibri"/>
                <a:cs typeface="Calibri"/>
              </a:rPr>
              <a:t>July</a:t>
            </a:r>
          </a:p>
        </p:txBody>
      </p:sp>
      <p:sp>
        <p:nvSpPr>
          <p:cNvPr id="49" name="圓角化對角線角落矩形 15">
            <a:extLst xmlns:a="http://schemas.openxmlformats.org/drawingml/2006/main">
              <a:ext uri="{FF2B5EF4-FFF2-40B4-BE49-F238E27FC236}">
                <a16:creationId xmlns:a16="http://schemas.microsoft.com/office/drawing/2014/main" id="{1E95789E-3B6A-4D8F-AA24-3992E3A4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3693844" y="-22465"/>
            <a:ext cx="236252" cy="3583119"/>
          </a:xfrm>
          <a:prstGeom xmlns:a="http://schemas.openxmlformats.org/drawingml/2006/main" prst="round2DiagRect">
            <a:avLst/>
          </a:prstGeom>
          <a:solidFill xmlns:a="http://schemas.openxmlformats.org/drawingml/2006/main">
            <a:srgbClr val="37B37E">
              <a:alpha val="70000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0" name="圓角化對角線角落矩形 16">
            <a:extLst xmlns:a="http://schemas.openxmlformats.org/drawingml/2006/main">
              <a:ext uri="{FF2B5EF4-FFF2-40B4-BE49-F238E27FC236}">
                <a16:creationId xmlns:a16="http://schemas.microsoft.com/office/drawing/2014/main" id="{8C3E197C-89C0-4684-83AA-2E175E452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6198849" y="1295136"/>
            <a:ext cx="236252" cy="1426891"/>
          </a:xfrm>
          <a:prstGeom xmlns:a="http://schemas.openxmlformats.org/drawingml/2006/main" prst="round2DiagRect">
            <a:avLst/>
          </a:prstGeom>
          <a:solidFill xmlns:a="http://schemas.openxmlformats.org/drawingml/2006/main">
            <a:srgbClr val="79C066">
              <a:alpha val="70000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1" name="圓角化對角線角落矩形 17">
            <a:extLst xmlns:a="http://schemas.openxmlformats.org/drawingml/2006/main">
              <a:ext uri="{FF2B5EF4-FFF2-40B4-BE49-F238E27FC236}">
                <a16:creationId xmlns:a16="http://schemas.microsoft.com/office/drawing/2014/main" id="{D502C09F-CA9F-49C1-86EB-8408F031E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7548474" y="1607845"/>
            <a:ext cx="236252" cy="1272373"/>
          </a:xfrm>
          <a:prstGeom xmlns:a="http://schemas.openxmlformats.org/drawingml/2006/main" prst="round2DiagRect">
            <a:avLst/>
          </a:prstGeom>
          <a:solidFill xmlns:a="http://schemas.openxmlformats.org/drawingml/2006/main">
            <a:srgbClr val="37B37E">
              <a:alpha val="70000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2" name="文字方塊 61">
            <a:extLst xmlns:a="http://schemas.openxmlformats.org/drawingml/2006/main">
              <a:ext uri="{FF2B5EF4-FFF2-40B4-BE49-F238E27FC236}">
                <a16:creationId xmlns:a16="http://schemas.microsoft.com/office/drawing/2014/main" id="{B556C1E1-6F4B-4361-A5AD-F8C435C5D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39" y="2662688"/>
            <a:ext cx="745504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rgbClr val="79C066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63" name="文字方塊 62">
            <a:extLst xmlns:a="http://schemas.openxmlformats.org/drawingml/2006/main">
              <a:ext uri="{FF2B5EF4-FFF2-40B4-BE49-F238E27FC236}">
                <a16:creationId xmlns:a16="http://schemas.microsoft.com/office/drawing/2014/main" id="{30271522-6EC4-465D-921A-69032F60B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657" y="2965329"/>
            <a:ext cx="1645485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7B37E"/>
                </a:solidFill>
                <a:latin typeface="Calibri"/>
                <a:ea typeface="Calibri"/>
                <a:cs typeface="Calibri"/>
              </a:rPr>
              <a:t>Doctus</a:t>
            </a:r>
            <a:r>
              <a:rPr b="1">
                <a:solidFill>
                  <a:srgbClr val="37B37E"/>
                </a:solidFill>
                <a:latin typeface="Calibri"/>
                <a:ea typeface="Calibri"/>
                <a:cs typeface="Calibri"/>
              </a:rPr>
              <a:t> </a:t>
            </a:r>
            <a:r>
              <a:rPr b="1">
                <a:solidFill>
                  <a:srgbClr val="37B37E"/>
                </a:solidFill>
                <a:latin typeface="Calibri"/>
                <a:ea typeface="Calibri"/>
                <a:cs typeface="Calibri"/>
              </a:rPr>
              <a:t>disndo</a:t>
            </a:r>
            <a:r>
              <a:rPr b="1">
                <a:solidFill>
                  <a:srgbClr val="37B37E"/>
                </a:solidFill>
                <a:latin typeface="Calibri"/>
                <a:ea typeface="Calibri"/>
                <a:cs typeface="Calibri"/>
              </a:rPr>
              <a:t> </a:t>
            </a:r>
          </a:p>
        </p:txBody>
      </p:sp>
      <p:sp>
        <p:nvSpPr>
          <p:cNvPr id="66" name="文字方塊 65">
            <a:extLst xmlns:a="http://schemas.openxmlformats.org/drawingml/2006/main">
              <a:ext uri="{FF2B5EF4-FFF2-40B4-BE49-F238E27FC236}">
                <a16:creationId xmlns:a16="http://schemas.microsoft.com/office/drawing/2014/main" id="{8B7F6B00-06E1-4990-BC65-A1B18F9B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657" y="3250164"/>
            <a:ext cx="1716967" cy="138499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r>
              <a:rPr sz="1400">
                <a:latin typeface="Calibri"/>
                <a:ea typeface="Calibri"/>
                <a:cs typeface="Calibri"/>
              </a:rPr>
              <a:t>fabulas, summo reprimique appellantur at mei, mel verear tacimates et. Est in essent inimicus</a:t>
            </a:r>
          </a:p>
        </p:txBody>
      </p:sp>
      <p:sp>
        <p:nvSpPr>
          <p:cNvPr id="79" name="文字方塊 78">
            <a:extLst xmlns:a="http://schemas.openxmlformats.org/drawingml/2006/main">
              <a:ext uri="{FF2B5EF4-FFF2-40B4-BE49-F238E27FC236}">
                <a16:creationId xmlns:a16="http://schemas.microsoft.com/office/drawing/2014/main" id="{5B55C588-3772-4B7A-B2EC-F1A72D8A1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6767" y="2660163"/>
            <a:ext cx="745504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rgbClr val="37B37E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80" name="文字方塊 79">
            <a:extLst xmlns:a="http://schemas.openxmlformats.org/drawingml/2006/main">
              <a:ext uri="{FF2B5EF4-FFF2-40B4-BE49-F238E27FC236}">
                <a16:creationId xmlns:a16="http://schemas.microsoft.com/office/drawing/2014/main" id="{185268C0-A88C-4898-9D67-868B43213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785" y="2965329"/>
            <a:ext cx="1645485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79C066"/>
                </a:solidFill>
                <a:latin typeface="Calibri"/>
                <a:ea typeface="Calibri"/>
                <a:cs typeface="Calibri"/>
              </a:rPr>
              <a:t>Doctus</a:t>
            </a:r>
            <a:r>
              <a:rPr b="1">
                <a:solidFill>
                  <a:srgbClr val="79C066"/>
                </a:solidFill>
                <a:latin typeface="Calibri"/>
                <a:ea typeface="Calibri"/>
                <a:cs typeface="Calibri"/>
              </a:rPr>
              <a:t> </a:t>
            </a:r>
            <a:r>
              <a:rPr b="1">
                <a:solidFill>
                  <a:srgbClr val="79C066"/>
                </a:solidFill>
                <a:latin typeface="Calibri"/>
                <a:ea typeface="Calibri"/>
                <a:cs typeface="Calibri"/>
              </a:rPr>
              <a:t>disndo</a:t>
            </a:r>
            <a:r>
              <a:rPr b="1">
                <a:solidFill>
                  <a:srgbClr val="79C066"/>
                </a:solidFill>
                <a:latin typeface="Calibri"/>
                <a:ea typeface="Calibri"/>
                <a:cs typeface="Calibri"/>
              </a:rPr>
              <a:t> </a:t>
            </a:r>
          </a:p>
        </p:txBody>
      </p:sp>
      <p:sp>
        <p:nvSpPr>
          <p:cNvPr id="81" name="文字方塊 80">
            <a:extLst xmlns:a="http://schemas.openxmlformats.org/drawingml/2006/main">
              <a:ext uri="{FF2B5EF4-FFF2-40B4-BE49-F238E27FC236}">
                <a16:creationId xmlns:a16="http://schemas.microsoft.com/office/drawing/2014/main" id="{7A11F550-4224-40B0-8830-8FB8D493B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894" y="2660163"/>
            <a:ext cx="745504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rgbClr val="79C066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82" name="文字方塊 81">
            <a:extLst xmlns:a="http://schemas.openxmlformats.org/drawingml/2006/main">
              <a:ext uri="{FF2B5EF4-FFF2-40B4-BE49-F238E27FC236}">
                <a16:creationId xmlns:a16="http://schemas.microsoft.com/office/drawing/2014/main" id="{C91EA088-6477-4B2A-A959-4C83A25F4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6445" y="2957939"/>
            <a:ext cx="1645485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7B37E"/>
                </a:solidFill>
                <a:latin typeface="Calibri"/>
                <a:ea typeface="Calibri"/>
                <a:cs typeface="Calibri"/>
              </a:rPr>
              <a:t>Doctus</a:t>
            </a:r>
            <a:r>
              <a:rPr b="1">
                <a:solidFill>
                  <a:srgbClr val="37B37E"/>
                </a:solidFill>
                <a:latin typeface="Calibri"/>
                <a:ea typeface="Calibri"/>
                <a:cs typeface="Calibri"/>
              </a:rPr>
              <a:t> </a:t>
            </a:r>
            <a:r>
              <a:rPr b="1">
                <a:solidFill>
                  <a:srgbClr val="37B37E"/>
                </a:solidFill>
                <a:latin typeface="Calibri"/>
                <a:ea typeface="Calibri"/>
                <a:cs typeface="Calibri"/>
              </a:rPr>
              <a:t>disndo</a:t>
            </a:r>
            <a:r>
              <a:rPr b="1">
                <a:solidFill>
                  <a:srgbClr val="37B37E"/>
                </a:solidFill>
                <a:latin typeface="Calibri"/>
                <a:ea typeface="Calibri"/>
                <a:cs typeface="Calibri"/>
              </a:rPr>
              <a:t> </a:t>
            </a:r>
          </a:p>
        </p:txBody>
      </p:sp>
      <p:sp>
        <p:nvSpPr>
          <p:cNvPr id="83" name="文字方塊 82">
            <a:extLst xmlns:a="http://schemas.openxmlformats.org/drawingml/2006/main">
              <a:ext uri="{FF2B5EF4-FFF2-40B4-BE49-F238E27FC236}">
                <a16:creationId xmlns:a16="http://schemas.microsoft.com/office/drawing/2014/main" id="{AD213E68-902D-4FF8-9228-5041F5FD3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022" y="2660163"/>
            <a:ext cx="745504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rgbClr val="37B37E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84" name="文字方塊 83">
            <a:extLst xmlns:a="http://schemas.openxmlformats.org/drawingml/2006/main">
              <a:ext uri="{FF2B5EF4-FFF2-40B4-BE49-F238E27FC236}">
                <a16:creationId xmlns:a16="http://schemas.microsoft.com/office/drawing/2014/main" id="{6EA4CDB2-2A31-4E33-902A-6419A0535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600" y="1354016"/>
            <a:ext cx="1237809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1-5</a:t>
            </a:r>
          </a:p>
        </p:txBody>
      </p:sp>
      <p:sp>
        <p:nvSpPr>
          <p:cNvPr id="85" name="文字方塊 84">
            <a:extLst xmlns:a="http://schemas.openxmlformats.org/drawingml/2006/main">
              <a:ext uri="{FF2B5EF4-FFF2-40B4-BE49-F238E27FC236}">
                <a16:creationId xmlns:a16="http://schemas.microsoft.com/office/drawing/2014/main" id="{B6246590-F1A7-426F-B164-DF34726BB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408" y="1608560"/>
            <a:ext cx="358312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5-18</a:t>
            </a:r>
          </a:p>
        </p:txBody>
      </p:sp>
      <p:sp>
        <p:nvSpPr>
          <p:cNvPr id="86" name="文字方塊 85">
            <a:extLst xmlns:a="http://schemas.openxmlformats.org/drawingml/2006/main">
              <a:ext uri="{FF2B5EF4-FFF2-40B4-BE49-F238E27FC236}">
                <a16:creationId xmlns:a16="http://schemas.microsoft.com/office/drawing/2014/main" id="{4A313C3A-3FE9-4A40-AF00-EC285B2F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3529" y="1846028"/>
            <a:ext cx="142689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19-24</a:t>
            </a:r>
          </a:p>
        </p:txBody>
      </p:sp>
      <p:sp>
        <p:nvSpPr>
          <p:cNvPr id="87" name="文字方塊 86">
            <a:extLst xmlns:a="http://schemas.openxmlformats.org/drawingml/2006/main">
              <a:ext uri="{FF2B5EF4-FFF2-40B4-BE49-F238E27FC236}">
                <a16:creationId xmlns:a16="http://schemas.microsoft.com/office/drawing/2014/main" id="{A32512DC-5396-4350-A690-02A801479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0414" y="2096217"/>
            <a:ext cx="1272374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25-7/4</a:t>
            </a:r>
          </a:p>
        </p:txBody>
      </p:sp>
      <p:sp>
        <p:nvSpPr>
          <p:cNvPr id="88" name="直線接點 87">
            <a:extLst xmlns:a="http://schemas.openxmlformats.org/drawingml/2006/main">
              <a:ext uri="{FF2B5EF4-FFF2-40B4-BE49-F238E27FC236}">
                <a16:creationId xmlns:a16="http://schemas.microsoft.com/office/drawing/2014/main" id="{7BC6FAAB-3B47-402D-B02F-EA3F5F286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600" y="1266293"/>
            <a:ext cx="7169075" cy="0"/>
          </a:xfrm>
          <a:prstGeom xmlns:a="http://schemas.openxmlformats.org/drawingml/2006/main" prst="line">
            <a:avLst/>
          </a:prstGeom>
          <a:ln xmlns:a="http://schemas.openxmlformats.org/drawingml/2006/main" w="63500">
            <a:solidFill>
              <a:srgbClr val="37B37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9" name="文字方塊 88">
            <a:extLst xmlns:a="http://schemas.openxmlformats.org/drawingml/2006/main">
              <a:ext uri="{FF2B5EF4-FFF2-40B4-BE49-F238E27FC236}">
                <a16:creationId xmlns:a16="http://schemas.microsoft.com/office/drawing/2014/main" id="{ADD044E7-BDAD-4C01-9BE3-6D22E945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529" y="3250165"/>
            <a:ext cx="1716967" cy="138499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r>
              <a:rPr sz="1400">
                <a:latin typeface="Calibri"/>
                <a:ea typeface="Calibri"/>
                <a:cs typeface="Calibri"/>
              </a:rPr>
              <a:t>fabulas, summo reprimique appellantur at mei, mel verear tacimates et. Est in essent inimicus</a:t>
            </a:r>
          </a:p>
        </p:txBody>
      </p:sp>
      <p:sp>
        <p:nvSpPr>
          <p:cNvPr id="90" name="文字方塊 89">
            <a:extLst xmlns:a="http://schemas.openxmlformats.org/drawingml/2006/main">
              <a:ext uri="{FF2B5EF4-FFF2-40B4-BE49-F238E27FC236}">
                <a16:creationId xmlns:a16="http://schemas.microsoft.com/office/drawing/2014/main" id="{E692D8E5-4280-471D-B798-032E4B723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785" y="3250165"/>
            <a:ext cx="1716967" cy="138499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r>
              <a:rPr sz="1400">
                <a:latin typeface="Calibri"/>
                <a:ea typeface="Calibri"/>
                <a:cs typeface="Calibri"/>
              </a:rPr>
              <a:t>fabulas, summo reprimique appellantur at mei, mel verear tacimates et. Est in essent inimicus</a:t>
            </a:r>
          </a:p>
        </p:txBody>
      </p:sp>
      <p:sp>
        <p:nvSpPr>
          <p:cNvPr id="91" name="文字方塊 90">
            <a:extLst xmlns:a="http://schemas.openxmlformats.org/drawingml/2006/main">
              <a:ext uri="{FF2B5EF4-FFF2-40B4-BE49-F238E27FC236}">
                <a16:creationId xmlns:a16="http://schemas.microsoft.com/office/drawing/2014/main" id="{63857D20-B75C-473F-93AF-36D2E9F85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6445" y="3250165"/>
            <a:ext cx="1716967" cy="138499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r>
              <a:rPr sz="1400">
                <a:latin typeface="Calibri"/>
                <a:ea typeface="Calibri"/>
                <a:cs typeface="Calibri"/>
              </a:rPr>
              <a:t>fabulas, summo reprimique appellantur at mei, mel verear tacimates et. Est in essent inimicus</a:t>
            </a:r>
          </a:p>
        </p:txBody>
      </p:sp>
    </p:spTree>
    <p:extLst>
      <p:ext uri="{BB962C8B-B14F-4D97-AF65-F5344CB8AC3E}">
        <p14:creationId xmlns:p14="http://schemas.microsoft.com/office/powerpoint/2010/main" val="357691018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字方塊 1">
            <a:extLst xmlns:a="http://schemas.openxmlformats.org/drawingml/2006/main">
              <a:ext uri="{FF2B5EF4-FFF2-40B4-BE49-F238E27FC236}">
                <a16:creationId xmlns:a16="http://schemas.microsoft.com/office/drawing/2014/main" id="{514A3BDD-1903-4220-BC2B-30636328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89" y="238164"/>
            <a:ext cx="1107996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latin typeface="Calibri"/>
                <a:ea typeface="Calibri"/>
                <a:cs typeface="Calibri"/>
              </a:rPr>
              <a:t>主標題</a:t>
            </a:r>
          </a:p>
        </p:txBody>
      </p:sp>
      <p:sp>
        <p:nvSpPr>
          <p:cNvPr id="3" name="文字方塊 2">
            <a:extLst xmlns:a="http://schemas.openxmlformats.org/drawingml/2006/main">
              <a:ext uri="{FF2B5EF4-FFF2-40B4-BE49-F238E27FC236}">
                <a16:creationId xmlns:a16="http://schemas.microsoft.com/office/drawing/2014/main" id="{B28A3589-029E-449B-832A-41027EDDA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88" y="635575"/>
            <a:ext cx="723275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>
                <a:latin typeface="Calibri"/>
                <a:ea typeface="Calibri"/>
                <a:cs typeface="Calibri"/>
              </a:rPr>
              <a:t>副標題</a:t>
            </a:r>
          </a:p>
        </p:txBody>
      </p:sp>
      <p:graphicFrame>
        <p:nvGraphicFramePr>
          <p:cNvPr id="62" name="圖表 36"/>
          <p:cNvGraphicFramePr/>
          <p:nvPr/>
        </p:nvGraphicFramePr>
        <p:xfrm>
          <a:off xmlns:a="http://schemas.openxmlformats.org/drawingml/2006/main" x="2483113" y="1398331"/>
          <a:ext xmlns:a="http://schemas.openxmlformats.org/drawingml/2006/main" cx="3966799" cy="3070069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b30249861be4133"/>
          </a:graphicData>
        </a:graphic>
      </p:graphicFrame>
      <p:sp>
        <p:nvSpPr>
          <p:cNvPr id="38" name="直線接點 37">
            <a:extLst xmlns:a="http://schemas.openxmlformats.org/drawingml/2006/main">
              <a:ext uri="{FF2B5EF4-FFF2-40B4-BE49-F238E27FC236}">
                <a16:creationId xmlns:a16="http://schemas.microsoft.com/office/drawing/2014/main" id="{1FFA97C0-335C-4351-B885-DE2A47CB1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61832" y="3133785"/>
            <a:ext cx="0" cy="302769"/>
          </a:xfrm>
          <a:prstGeom xmlns:a="http://schemas.openxmlformats.org/drawingml/2006/main" prst="line">
            <a:avLst/>
          </a:prstGeom>
          <a:ln xmlns:a="http://schemas.openxmlformats.org/drawingml/2006/main" w="66675">
            <a:solidFill>
              <a:srgbClr val="1B758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2" name="直線接點 51">
            <a:extLst xmlns:a="http://schemas.openxmlformats.org/drawingml/2006/main">
              <a:ext uri="{FF2B5EF4-FFF2-40B4-BE49-F238E27FC236}">
                <a16:creationId xmlns:a16="http://schemas.microsoft.com/office/drawing/2014/main" id="{ADD393AF-9885-47C1-909B-449AC5B3A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38581" y="1652978"/>
            <a:ext cx="0" cy="302769"/>
          </a:xfrm>
          <a:prstGeom xmlns:a="http://schemas.openxmlformats.org/drawingml/2006/main" prst="line">
            <a:avLst/>
          </a:prstGeom>
          <a:ln xmlns:a="http://schemas.openxmlformats.org/drawingml/2006/main" w="66675">
            <a:solidFill>
              <a:srgbClr val="37B37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3" name="直線接點 52">
            <a:extLst xmlns:a="http://schemas.openxmlformats.org/drawingml/2006/main">
              <a:ext uri="{FF2B5EF4-FFF2-40B4-BE49-F238E27FC236}">
                <a16:creationId xmlns:a16="http://schemas.microsoft.com/office/drawing/2014/main" id="{24755BED-1FA0-4BE2-8BFB-84173858F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87005" y="3131611"/>
            <a:ext cx="0" cy="302769"/>
          </a:xfrm>
          <a:prstGeom xmlns:a="http://schemas.openxmlformats.org/drawingml/2006/main" prst="line">
            <a:avLst/>
          </a:prstGeom>
          <a:ln xmlns:a="http://schemas.openxmlformats.org/drawingml/2006/main" w="66675">
            <a:solidFill>
              <a:srgbClr val="79C06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4" name="直線接點 53">
            <a:extLst xmlns:a="http://schemas.openxmlformats.org/drawingml/2006/main">
              <a:ext uri="{FF2B5EF4-FFF2-40B4-BE49-F238E27FC236}">
                <a16:creationId xmlns:a16="http://schemas.microsoft.com/office/drawing/2014/main" id="{04881A8E-ABC5-464F-B8A8-D41291B4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16472" y="1648792"/>
            <a:ext cx="0" cy="302769"/>
          </a:xfrm>
          <a:prstGeom xmlns:a="http://schemas.openxmlformats.org/drawingml/2006/main" prst="line">
            <a:avLst/>
          </a:prstGeom>
          <a:ln xmlns:a="http://schemas.openxmlformats.org/drawingml/2006/main" w="66675">
            <a:solidFill>
              <a:schemeClr val="bg1">
                <a:lumMod val="7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5" name="文字方塊 54">
            <a:extLst xmlns:a="http://schemas.openxmlformats.org/drawingml/2006/main">
              <a:ext uri="{FF2B5EF4-FFF2-40B4-BE49-F238E27FC236}">
                <a16:creationId xmlns:a16="http://schemas.microsoft.com/office/drawing/2014/main" id="{3D65A308-274F-4EE2-9BEC-3CF6F597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24489" y="1613444"/>
            <a:ext cx="2307827" cy="7386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>
                <a:latin typeface="Calibri"/>
                <a:ea typeface="Calibri"/>
                <a:cs typeface="Calibri"/>
              </a:rPr>
              <a:t>Putent lobortis salutandi no per, vis invidunt nominati repudiar</a:t>
            </a:r>
          </a:p>
        </p:txBody>
      </p:sp>
      <p:sp>
        <p:nvSpPr>
          <p:cNvPr id="56" name="文字方塊 55">
            <a:extLst xmlns:a="http://schemas.openxmlformats.org/drawingml/2006/main">
              <a:ext uri="{FF2B5EF4-FFF2-40B4-BE49-F238E27FC236}">
                <a16:creationId xmlns:a16="http://schemas.microsoft.com/office/drawing/2014/main" id="{362CCE57-E36F-452E-B39E-ABF974EC5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24355" y="3095997"/>
            <a:ext cx="2472685" cy="5232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>
                <a:latin typeface="Calibri"/>
                <a:ea typeface="Calibri"/>
                <a:cs typeface="Calibri"/>
              </a:rPr>
              <a:t>Cu case senserit interesset vim, et duo oblique virtute vivendo. </a:t>
            </a:r>
          </a:p>
        </p:txBody>
      </p:sp>
      <p:sp>
        <p:nvSpPr>
          <p:cNvPr id="57" name="文字方塊 56">
            <a:extLst xmlns:a="http://schemas.openxmlformats.org/drawingml/2006/main">
              <a:ext uri="{FF2B5EF4-FFF2-40B4-BE49-F238E27FC236}">
                <a16:creationId xmlns:a16="http://schemas.microsoft.com/office/drawing/2014/main" id="{1C0167E9-18F8-4B2F-BAA2-8E00B626B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3599" y="1686507"/>
            <a:ext cx="2608583" cy="5232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>
                <a:latin typeface="Calibri"/>
                <a:ea typeface="Calibri"/>
                <a:cs typeface="Calibri"/>
              </a:rPr>
              <a:t>an usu id dictas instructior Ius habeo</a:t>
            </a:r>
          </a:p>
        </p:txBody>
      </p:sp>
      <p:sp>
        <p:nvSpPr>
          <p:cNvPr id="58" name="文字方塊 57">
            <a:extLst xmlns:a="http://schemas.openxmlformats.org/drawingml/2006/main">
              <a:ext uri="{FF2B5EF4-FFF2-40B4-BE49-F238E27FC236}">
                <a16:creationId xmlns:a16="http://schemas.microsoft.com/office/drawing/2014/main" id="{ADF603CA-38DC-4B31-BD22-DB1A955C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4951" y="3070599"/>
            <a:ext cx="2527696" cy="7386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>
                <a:latin typeface="Calibri"/>
                <a:ea typeface="Calibri"/>
                <a:cs typeface="Calibri"/>
              </a:rPr>
              <a:t>instructior usu eu, eu vero consequat sit. Ut pri eius interesset. Ut legimus habemus</a:t>
            </a:r>
          </a:p>
        </p:txBody>
      </p:sp>
    </p:spTree>
    <p:extLst>
      <p:ext uri="{BB962C8B-B14F-4D97-AF65-F5344CB8AC3E}">
        <p14:creationId xmlns:p14="http://schemas.microsoft.com/office/powerpoint/2010/main" val="1265457984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字方塊 1">
            <a:extLst xmlns:a="http://schemas.openxmlformats.org/drawingml/2006/main">
              <a:ext uri="{FF2B5EF4-FFF2-40B4-BE49-F238E27FC236}">
                <a16:creationId xmlns:a16="http://schemas.microsoft.com/office/drawing/2014/main" id="{514A3BDD-1903-4220-BC2B-30636328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89" y="238164"/>
            <a:ext cx="1107996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latin typeface="Calibri"/>
                <a:ea typeface="Calibri"/>
                <a:cs typeface="Calibri"/>
              </a:rPr>
              <a:t>主標題</a:t>
            </a:r>
          </a:p>
        </p:txBody>
      </p:sp>
      <p:sp>
        <p:nvSpPr>
          <p:cNvPr id="3" name="文字方塊 2">
            <a:extLst xmlns:a="http://schemas.openxmlformats.org/drawingml/2006/main">
              <a:ext uri="{FF2B5EF4-FFF2-40B4-BE49-F238E27FC236}">
                <a16:creationId xmlns:a16="http://schemas.microsoft.com/office/drawing/2014/main" id="{B28A3589-029E-449B-832A-41027EDDA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88" y="635575"/>
            <a:ext cx="723275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>
                <a:latin typeface="Calibri"/>
                <a:ea typeface="Calibri"/>
                <a:cs typeface="Calibri"/>
              </a:rPr>
              <a:t>副標題</a:t>
            </a:r>
          </a:p>
        </p:txBody>
      </p:sp>
      <p:sp>
        <p:nvSpPr>
          <p:cNvPr id="14" name="圓角化對角線角落矩形 5">
            <a:extLst xmlns:a="http://schemas.openxmlformats.org/drawingml/2006/main">
              <a:ext uri="{FF2B5EF4-FFF2-40B4-BE49-F238E27FC236}">
                <a16:creationId xmlns:a16="http://schemas.microsoft.com/office/drawing/2014/main" id="{549E3302-78CD-415F-A5CB-9CA06C194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0945" y="1451903"/>
            <a:ext cx="2706816" cy="2694732"/>
          </a:xfrm>
          <a:prstGeom xmlns:a="http://schemas.openxmlformats.org/drawingml/2006/main" prst="round2DiagRect">
            <a:avLst/>
          </a:prstGeom>
          <a:solidFill xmlns:a="http://schemas.openxmlformats.org/drawingml/2006/main">
            <a:srgbClr val="79C066">
              <a:alpha val="43129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fabulas, summo reprimique appellantur at mei, mel verear tacimates et. Est in essent inimicus</a:t>
            </a:r>
          </a:p>
        </p:txBody>
      </p:sp>
      <p:sp>
        <p:nvSpPr>
          <p:cNvPr id="15" name="圓角化對角線角落矩形 4">
            <a:extLst xmlns:a="http://schemas.openxmlformats.org/drawingml/2006/main">
              <a:ext uri="{FF2B5EF4-FFF2-40B4-BE49-F238E27FC236}">
                <a16:creationId xmlns:a16="http://schemas.microsoft.com/office/drawing/2014/main" id="{B9ED8442-7BE1-4FFB-8215-34526BD57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0945" y="1340763"/>
            <a:ext cx="1865610" cy="539374"/>
          </a:xfrm>
          <a:prstGeom xmlns:a="http://schemas.openxmlformats.org/drawingml/2006/main" prst="round2DiagRect">
            <a:avLst>
              <a:gd name="adj1" fmla="val 50000"/>
              <a:gd name="adj2" fmla="val 0"/>
            </a:avLst>
          </a:prstGeom>
          <a:gradFill xmlns:a="http://schemas.openxmlformats.org/drawingml/2006/main">
            <a:gsLst>
              <a:gs pos="0">
                <a:srgbClr val="38B37E"/>
              </a:gs>
              <a:gs pos="100000">
                <a:srgbClr val="79C066"/>
              </a:gs>
            </a:gsLst>
            <a:lin ang="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latin typeface="Calibri"/>
                <a:ea typeface="Calibri"/>
                <a:cs typeface="Calibri"/>
              </a:rPr>
              <a:t>Eu sea</a:t>
            </a:r>
          </a:p>
        </p:txBody>
      </p:sp>
      <p:sp>
        <p:nvSpPr>
          <p:cNvPr id="16" name="圓角化對角線角落矩形 6">
            <a:extLst xmlns:a="http://schemas.openxmlformats.org/drawingml/2006/main">
              <a:ext uri="{FF2B5EF4-FFF2-40B4-BE49-F238E27FC236}">
                <a16:creationId xmlns:a16="http://schemas.microsoft.com/office/drawing/2014/main" id="{3F1C7110-EE4E-45EF-89A8-8034CB509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13234" y="1451903"/>
            <a:ext cx="2706816" cy="2694732"/>
          </a:xfrm>
          <a:prstGeom xmlns:a="http://schemas.openxmlformats.org/drawingml/2006/main" prst="round2DiagRect">
            <a:avLst/>
          </a:prstGeom>
          <a:solidFill xmlns:a="http://schemas.openxmlformats.org/drawingml/2006/main">
            <a:srgbClr val="79C066">
              <a:alpha val="23922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fabulas, summo reprimique appellantur at mei, mel verear tacimates et. Est in essent inimicus</a:t>
            </a:r>
          </a:p>
        </p:txBody>
      </p:sp>
      <p:sp>
        <p:nvSpPr>
          <p:cNvPr id="17" name="圓角化對角線角落矩形 7">
            <a:extLst xmlns:a="http://schemas.openxmlformats.org/drawingml/2006/main">
              <a:ext uri="{FF2B5EF4-FFF2-40B4-BE49-F238E27FC236}">
                <a16:creationId xmlns:a16="http://schemas.microsoft.com/office/drawing/2014/main" id="{5389D5D7-6494-4496-A407-C6CB09C74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13234" y="1340763"/>
            <a:ext cx="1865610" cy="539374"/>
          </a:xfrm>
          <a:prstGeom xmlns:a="http://schemas.openxmlformats.org/drawingml/2006/main" prst="round2DiagRect">
            <a:avLst>
              <a:gd name="adj1" fmla="val 50000"/>
              <a:gd name="adj2" fmla="val 0"/>
            </a:avLst>
          </a:prstGeom>
          <a:gradFill xmlns:a="http://schemas.openxmlformats.org/drawingml/2006/main">
            <a:gsLst>
              <a:gs pos="0">
                <a:srgbClr val="1B758B"/>
              </a:gs>
              <a:gs pos="100000">
                <a:srgbClr val="37B37E"/>
              </a:gs>
            </a:gsLst>
            <a:lin ang="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latin typeface="Calibri"/>
                <a:ea typeface="Calibri"/>
                <a:cs typeface="Calibri"/>
              </a:rPr>
              <a:t>Eu sea</a:t>
            </a:r>
          </a:p>
        </p:txBody>
      </p:sp>
      <p:sp>
        <p:nvSpPr>
          <p:cNvPr id="18" name="圓角化對角線角落矩形 8">
            <a:extLst xmlns:a="http://schemas.openxmlformats.org/drawingml/2006/main">
              <a:ext uri="{FF2B5EF4-FFF2-40B4-BE49-F238E27FC236}">
                <a16:creationId xmlns:a16="http://schemas.microsoft.com/office/drawing/2014/main" id="{A0A778DC-AACA-4793-B393-340B90318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35523" y="1451903"/>
            <a:ext cx="2706816" cy="2694732"/>
          </a:xfrm>
          <a:prstGeom xmlns:a="http://schemas.openxmlformats.org/drawingml/2006/main" prst="round2DiagRect">
            <a:avLst/>
          </a:prstGeom>
          <a:solidFill xmlns:a="http://schemas.openxmlformats.org/drawingml/2006/main">
            <a:srgbClr val="79C066">
              <a:alpha val="43129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 </a:t>
            </a:r>
            <a:r>
              <a:rPr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fabulas, summo reprimique appellantur at mei, mel verear tacimates et. Est in essent inimicus</a:t>
            </a:r>
          </a:p>
        </p:txBody>
      </p:sp>
      <p:sp>
        <p:nvSpPr>
          <p:cNvPr id="19" name="圓角化對角線角落矩形 9">
            <a:extLst xmlns:a="http://schemas.openxmlformats.org/drawingml/2006/main">
              <a:ext uri="{FF2B5EF4-FFF2-40B4-BE49-F238E27FC236}">
                <a16:creationId xmlns:a16="http://schemas.microsoft.com/office/drawing/2014/main" id="{D21B932E-63B4-4F54-9ABB-1084B395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35523" y="1340763"/>
            <a:ext cx="1865610" cy="539374"/>
          </a:xfrm>
          <a:prstGeom xmlns:a="http://schemas.openxmlformats.org/drawingml/2006/main" prst="round2DiagRect">
            <a:avLst>
              <a:gd name="adj1" fmla="val 50000"/>
              <a:gd name="adj2" fmla="val 0"/>
            </a:avLst>
          </a:prstGeom>
          <a:gradFill xmlns:a="http://schemas.openxmlformats.org/drawingml/2006/main">
            <a:gsLst>
              <a:gs pos="0">
                <a:srgbClr val="38B37E"/>
              </a:gs>
              <a:gs pos="100000">
                <a:srgbClr val="79C066"/>
              </a:gs>
            </a:gsLst>
            <a:lin ang="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latin typeface="Calibri"/>
                <a:ea typeface="Calibri"/>
                <a:cs typeface="Calibri"/>
              </a:rPr>
              <a:t>Eu sea</a:t>
            </a:r>
          </a:p>
        </p:txBody>
      </p:sp>
    </p:spTree>
    <p:extLst>
      <p:ext uri="{BB962C8B-B14F-4D97-AF65-F5344CB8AC3E}">
        <p14:creationId xmlns:p14="http://schemas.microsoft.com/office/powerpoint/2010/main" val="3346378034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字方塊 1">
            <a:extLst xmlns:a="http://schemas.openxmlformats.org/drawingml/2006/main">
              <a:ext uri="{FF2B5EF4-FFF2-40B4-BE49-F238E27FC236}">
                <a16:creationId xmlns:a16="http://schemas.microsoft.com/office/drawing/2014/main" id="{514A3BDD-1903-4220-BC2B-30636328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89" y="238164"/>
            <a:ext cx="1107996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latin typeface="Calibri"/>
                <a:ea typeface="Calibri"/>
                <a:cs typeface="Calibri"/>
              </a:rPr>
              <a:t>主標題</a:t>
            </a:r>
          </a:p>
        </p:txBody>
      </p:sp>
      <p:sp>
        <p:nvSpPr>
          <p:cNvPr id="3" name="文字方塊 2">
            <a:extLst xmlns:a="http://schemas.openxmlformats.org/drawingml/2006/main">
              <a:ext uri="{FF2B5EF4-FFF2-40B4-BE49-F238E27FC236}">
                <a16:creationId xmlns:a16="http://schemas.microsoft.com/office/drawing/2014/main" id="{B28A3589-029E-449B-832A-41027EDDA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88" y="635575"/>
            <a:ext cx="723275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>
                <a:latin typeface="Calibri"/>
                <a:ea typeface="Calibri"/>
                <a:cs typeface="Calibri"/>
              </a:rPr>
              <a:t>副標題</a:t>
            </a:r>
          </a:p>
        </p:txBody>
      </p:sp>
      <p:sp>
        <p:nvSpPr>
          <p:cNvPr id="13" name="圓角化對角線角落矩形 5">
            <a:extLst xmlns:a="http://schemas.openxmlformats.org/drawingml/2006/main">
              <a:ext uri="{FF2B5EF4-FFF2-40B4-BE49-F238E27FC236}">
                <a16:creationId xmlns:a16="http://schemas.microsoft.com/office/drawing/2014/main" id="{4F795B38-11D6-45F2-9A13-E4490DC67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092" y="943352"/>
            <a:ext cx="2394164" cy="3564573"/>
          </a:xfrm>
          <a:prstGeom xmlns:a="http://schemas.openxmlformats.org/drawingml/2006/main" prst="round2DiagRect">
            <a:avLst/>
          </a:prstGeom>
          <a:solidFill xmlns:a="http://schemas.openxmlformats.org/drawingml/2006/main">
            <a:srgbClr val="79C066">
              <a:alpha val="43129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fabulas, summo reprimique appellantur at mei, mel verear tacimates et. Est in essent inimicus</a:t>
            </a:r>
          </a:p>
        </p:txBody>
      </p:sp>
      <p:sp>
        <p:nvSpPr>
          <p:cNvPr id="20" name="圓角化對角線角落矩形 6">
            <a:extLst xmlns:a="http://schemas.openxmlformats.org/drawingml/2006/main">
              <a:ext uri="{FF2B5EF4-FFF2-40B4-BE49-F238E27FC236}">
                <a16:creationId xmlns:a16="http://schemas.microsoft.com/office/drawing/2014/main" id="{8E2082C3-5C4C-4E09-B6E7-005959E7C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5246" y="943353"/>
            <a:ext cx="2394164" cy="3564573"/>
          </a:xfrm>
          <a:prstGeom xmlns:a="http://schemas.openxmlformats.org/drawingml/2006/main" prst="round2DiagRect">
            <a:avLst/>
          </a:prstGeom>
          <a:solidFill xmlns:a="http://schemas.openxmlformats.org/drawingml/2006/main">
            <a:srgbClr val="79C066">
              <a:alpha val="23922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fabulas, summo reprimique appellantur at mei, mel verear tacimates et. Est in essent inimicus</a:t>
            </a:r>
          </a:p>
        </p:txBody>
      </p:sp>
      <p:sp>
        <p:nvSpPr>
          <p:cNvPr id="21" name="圓角化對角線角落矩形 8">
            <a:extLst xmlns:a="http://schemas.openxmlformats.org/drawingml/2006/main">
              <a:ext uri="{FF2B5EF4-FFF2-40B4-BE49-F238E27FC236}">
                <a16:creationId xmlns:a16="http://schemas.microsoft.com/office/drawing/2014/main" id="{C9422C22-198A-4B47-8B34-69C222096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8400" y="943353"/>
            <a:ext cx="2394164" cy="3564573"/>
          </a:xfrm>
          <a:prstGeom xmlns:a="http://schemas.openxmlformats.org/drawingml/2006/main" prst="round2DiagRect">
            <a:avLst/>
          </a:prstGeom>
          <a:solidFill xmlns:a="http://schemas.openxmlformats.org/drawingml/2006/main">
            <a:srgbClr val="1B758B">
              <a:alpha val="43129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fabulas, summo reprimique appellantur at mei, mel verear tacimates et. Est in essent inimicus</a:t>
            </a:r>
          </a:p>
        </p:txBody>
      </p:sp>
      <p:sp>
        <p:nvSpPr>
          <p:cNvPr id="23" name="橢圓 22">
            <a:extLst xmlns:a="http://schemas.openxmlformats.org/drawingml/2006/main">
              <a:ext uri="{FF2B5EF4-FFF2-40B4-BE49-F238E27FC236}">
                <a16:creationId xmlns:a16="http://schemas.microsoft.com/office/drawing/2014/main" id="{843E81D8-061D-43AD-A81B-6AEA32590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57" y="1101814"/>
            <a:ext cx="596900" cy="596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橢圓 23">
            <a:extLst xmlns:a="http://schemas.openxmlformats.org/drawingml/2006/main">
              <a:ext uri="{FF2B5EF4-FFF2-40B4-BE49-F238E27FC236}">
                <a16:creationId xmlns:a16="http://schemas.microsoft.com/office/drawing/2014/main" id="{DBCC0546-7741-4206-A359-903A2254F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8157" y="1101814"/>
            <a:ext cx="596900" cy="596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橢圓 24">
            <a:extLst xmlns:a="http://schemas.openxmlformats.org/drawingml/2006/main">
              <a:ext uri="{FF2B5EF4-FFF2-40B4-BE49-F238E27FC236}">
                <a16:creationId xmlns:a16="http://schemas.microsoft.com/office/drawing/2014/main" id="{AC49E73E-3A30-4BC2-8484-FC6E54B58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157" y="1101814"/>
            <a:ext cx="596900" cy="596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612385440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字方塊 1">
            <a:extLst xmlns:a="http://schemas.openxmlformats.org/drawingml/2006/main">
              <a:ext uri="{FF2B5EF4-FFF2-40B4-BE49-F238E27FC236}">
                <a16:creationId xmlns:a16="http://schemas.microsoft.com/office/drawing/2014/main" id="{514A3BDD-1903-4220-BC2B-30636328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89" y="238164"/>
            <a:ext cx="233910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2400" b="1"/>
              <a:t>簡報內可用色彩</a:t>
            </a:r>
          </a:p>
        </p:txBody>
      </p:sp>
      <p:sp>
        <p:nvSpPr>
          <p:cNvPr id="3" name="文字方塊 2">
            <a:extLst xmlns:a="http://schemas.openxmlformats.org/drawingml/2006/main">
              <a:ext uri="{FF2B5EF4-FFF2-40B4-BE49-F238E27FC236}">
                <a16:creationId xmlns:a16="http://schemas.microsoft.com/office/drawing/2014/main" id="{B28A3589-029E-449B-832A-41027EDDA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88" y="635575"/>
            <a:ext cx="3954929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顏色使用上應避免相近顏色疊用，以免影響識讀</a:t>
            </a:r>
          </a:p>
        </p:txBody>
      </p:sp>
      <p:sp>
        <p:nvSpPr>
          <p:cNvPr id="5" name="文字方塊 4">
            <a:extLst xmlns:a="http://schemas.openxmlformats.org/drawingml/2006/main">
              <a:ext uri="{FF2B5EF4-FFF2-40B4-BE49-F238E27FC236}">
                <a16:creationId xmlns:a16="http://schemas.microsoft.com/office/drawing/2014/main" id="{5120C858-77DB-45D3-B3D4-911C53E95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9906" y="1324316"/>
            <a:ext cx="812433" cy="248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013"/>
              <a:t>#37B37E</a:t>
            </a:r>
          </a:p>
        </p:txBody>
      </p:sp>
      <p:sp>
        <p:nvSpPr>
          <p:cNvPr id="6" name="文字方塊 5">
            <a:extLst xmlns:a="http://schemas.openxmlformats.org/drawingml/2006/main">
              <a:ext uri="{FF2B5EF4-FFF2-40B4-BE49-F238E27FC236}">
                <a16:creationId xmlns:a16="http://schemas.microsoft.com/office/drawing/2014/main" id="{877A4ED9-BD53-4636-A2E0-79E30E4E8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11365" y="1324316"/>
            <a:ext cx="812433" cy="248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013"/>
              <a:t>#79C066</a:t>
            </a:r>
          </a:p>
        </p:txBody>
      </p:sp>
      <p:sp>
        <p:nvSpPr>
          <p:cNvPr id="7" name="文字方塊 6">
            <a:extLst xmlns:a="http://schemas.openxmlformats.org/drawingml/2006/main">
              <a:ext uri="{FF2B5EF4-FFF2-40B4-BE49-F238E27FC236}">
                <a16:creationId xmlns:a16="http://schemas.microsoft.com/office/drawing/2014/main" id="{141A86DF-53BC-4C1C-B6D5-36472CD2B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94637" y="1324316"/>
            <a:ext cx="822795" cy="248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013"/>
              <a:t>#1B758B</a:t>
            </a:r>
          </a:p>
        </p:txBody>
      </p:sp>
      <p:sp>
        <p:nvSpPr>
          <p:cNvPr id="8" name="文字方塊 7">
            <a:extLst xmlns:a="http://schemas.openxmlformats.org/drawingml/2006/main">
              <a:ext uri="{FF2B5EF4-FFF2-40B4-BE49-F238E27FC236}">
                <a16:creationId xmlns:a16="http://schemas.microsoft.com/office/drawing/2014/main" id="{A28960FC-089C-468A-8D75-E97D9D51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04571" y="2758014"/>
            <a:ext cx="809843" cy="248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013"/>
              <a:t>#333333</a:t>
            </a:r>
          </a:p>
        </p:txBody>
      </p:sp>
      <p:sp>
        <p:nvSpPr>
          <p:cNvPr id="9" name="文字方塊 8">
            <a:extLst xmlns:a="http://schemas.openxmlformats.org/drawingml/2006/main">
              <a:ext uri="{FF2B5EF4-FFF2-40B4-BE49-F238E27FC236}">
                <a16:creationId xmlns:a16="http://schemas.microsoft.com/office/drawing/2014/main" id="{79D2E55C-8DD5-4842-9E88-8489B31D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24820" y="2816417"/>
            <a:ext cx="755438" cy="248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013"/>
              <a:t>#FFFFFF</a:t>
            </a:r>
          </a:p>
        </p:txBody>
      </p:sp>
      <p:sp>
        <p:nvSpPr>
          <p:cNvPr id="10" name="圓角化對角線角落矩形 35">
            <a:extLst xmlns:a="http://schemas.openxmlformats.org/drawingml/2006/main">
              <a:ext uri="{FF2B5EF4-FFF2-40B4-BE49-F238E27FC236}">
                <a16:creationId xmlns:a16="http://schemas.microsoft.com/office/drawing/2014/main" id="{C101A6E2-2C08-44B9-A0B7-42509D81E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0" flipV="0">
            <a:off x="999896" y="1621948"/>
            <a:ext cx="847420" cy="867401"/>
          </a:xfrm>
          <a:prstGeom xmlns:a="http://schemas.openxmlformats.org/drawingml/2006/main" prst="round2DiagRect">
            <a:avLst/>
          </a:prstGeom>
          <a:solidFill xmlns:a="http://schemas.openxmlformats.org/drawingml/2006/main">
            <a:srgbClr val="38B37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圓角化對角線角落矩形 47">
            <a:extLst xmlns:a="http://schemas.openxmlformats.org/drawingml/2006/main">
              <a:ext uri="{FF2B5EF4-FFF2-40B4-BE49-F238E27FC236}">
                <a16:creationId xmlns:a16="http://schemas.microsoft.com/office/drawing/2014/main" id="{F80BD403-F4F4-49AE-A9F8-D637D895A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0" flipV="0">
            <a:off x="2391374" y="1621948"/>
            <a:ext cx="847420" cy="867401"/>
          </a:xfrm>
          <a:prstGeom xmlns:a="http://schemas.openxmlformats.org/drawingml/2006/main" prst="round2DiagRect">
            <a:avLst/>
          </a:prstGeom>
          <a:solidFill xmlns:a="http://schemas.openxmlformats.org/drawingml/2006/main">
            <a:srgbClr val="79C06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圓角化對角線角落矩形 48">
            <a:extLst xmlns:a="http://schemas.openxmlformats.org/drawingml/2006/main">
              <a:ext uri="{FF2B5EF4-FFF2-40B4-BE49-F238E27FC236}">
                <a16:creationId xmlns:a16="http://schemas.microsoft.com/office/drawing/2014/main" id="{F8567923-8A91-4997-9178-DF5770774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0" flipV="0">
            <a:off x="3782852" y="1621948"/>
            <a:ext cx="847420" cy="867401"/>
          </a:xfrm>
          <a:prstGeom xmlns:a="http://schemas.openxmlformats.org/drawingml/2006/main" prst="round2DiagRect">
            <a:avLst/>
          </a:prstGeom>
          <a:solidFill xmlns:a="http://schemas.openxmlformats.org/drawingml/2006/main">
            <a:srgbClr val="1B758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圓角化對角線角落矩形 49">
            <a:extLst xmlns:a="http://schemas.openxmlformats.org/drawingml/2006/main">
              <a:ext uri="{FF2B5EF4-FFF2-40B4-BE49-F238E27FC236}">
                <a16:creationId xmlns:a16="http://schemas.microsoft.com/office/drawing/2014/main" id="{C155AFF9-0959-4AD2-AC15-44C2E76A5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0" flipV="0">
            <a:off x="2391374" y="3055646"/>
            <a:ext cx="847420" cy="867401"/>
          </a:xfrm>
          <a:prstGeom xmlns:a="http://schemas.openxmlformats.org/drawingml/2006/main" prst="round2DiagRect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圓角化對角線角落矩形 50">
            <a:extLst xmlns:a="http://schemas.openxmlformats.org/drawingml/2006/main">
              <a:ext uri="{FF2B5EF4-FFF2-40B4-BE49-F238E27FC236}">
                <a16:creationId xmlns:a16="http://schemas.microsoft.com/office/drawing/2014/main" id="{F79CC65F-1E17-4DF9-A9DC-0CE37A350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0" flipV="0">
            <a:off x="3782852" y="3114049"/>
            <a:ext cx="847420" cy="867401"/>
          </a:xfrm>
          <a:prstGeom xmlns:a="http://schemas.openxmlformats.org/drawingml/2006/main" prst="round2Diag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rgbClr val="333333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文字方塊 14">
            <a:extLst xmlns:a="http://schemas.openxmlformats.org/drawingml/2006/main">
              <a:ext uri="{FF2B5EF4-FFF2-40B4-BE49-F238E27FC236}">
                <a16:creationId xmlns:a16="http://schemas.microsoft.com/office/drawing/2014/main" id="{8D00B304-089C-48C0-99EB-AF04BC317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9906" y="2758014"/>
            <a:ext cx="834824" cy="248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13"/>
              <a:t>#FDD300</a:t>
            </a:r>
          </a:p>
        </p:txBody>
      </p:sp>
      <p:sp>
        <p:nvSpPr>
          <p:cNvPr id="16" name="圓角化對角線角落矩形 52">
            <a:extLst xmlns:a="http://schemas.openxmlformats.org/drawingml/2006/main">
              <a:ext uri="{FF2B5EF4-FFF2-40B4-BE49-F238E27FC236}">
                <a16:creationId xmlns:a16="http://schemas.microsoft.com/office/drawing/2014/main" id="{CC848FDD-6A00-4C1E-A976-19F42C4C7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0" flipV="0">
            <a:off x="999896" y="3055646"/>
            <a:ext cx="847420" cy="867401"/>
          </a:xfrm>
          <a:prstGeom xmlns:a="http://schemas.openxmlformats.org/drawingml/2006/main" prst="round2DiagRect">
            <a:avLst/>
          </a:prstGeom>
          <a:solidFill xmlns:a="http://schemas.openxmlformats.org/drawingml/2006/main">
            <a:srgbClr val="FDD3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圓角化對角線角落矩形 5">
            <a:extLst xmlns:a="http://schemas.openxmlformats.org/drawingml/2006/main">
              <a:ext uri="{FF2B5EF4-FFF2-40B4-BE49-F238E27FC236}">
                <a16:creationId xmlns:a16="http://schemas.microsoft.com/office/drawing/2014/main" id="{BF4BD3C8-C308-4D79-8F9E-018D5356A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6745437" y="1621950"/>
            <a:ext cx="847421" cy="867401"/>
          </a:xfrm>
          <a:prstGeom xmlns:a="http://schemas.openxmlformats.org/drawingml/2006/main" prst="round2DiagRect">
            <a:avLst/>
          </a:prstGeom>
          <a:solidFill xmlns:a="http://schemas.openxmlformats.org/drawingml/2006/main">
            <a:srgbClr val="38B37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圓角化對角線角落矩形 7">
            <a:extLst xmlns:a="http://schemas.openxmlformats.org/drawingml/2006/main">
              <a:ext uri="{FF2B5EF4-FFF2-40B4-BE49-F238E27FC236}">
                <a16:creationId xmlns:a16="http://schemas.microsoft.com/office/drawing/2014/main" id="{DACF1B77-0B56-4E7F-85F2-8ECAB3C1E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6942013" y="1823158"/>
            <a:ext cx="454270" cy="464981"/>
          </a:xfrm>
          <a:prstGeom xmlns:a="http://schemas.openxmlformats.org/drawingml/2006/main" prst="round2DiagRect">
            <a:avLst/>
          </a:prstGeom>
          <a:solidFill xmlns:a="http://schemas.openxmlformats.org/drawingml/2006/main">
            <a:srgbClr val="79C06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文字方塊 18">
            <a:extLst xmlns:a="http://schemas.openxmlformats.org/drawingml/2006/main">
              <a:ext uri="{FF2B5EF4-FFF2-40B4-BE49-F238E27FC236}">
                <a16:creationId xmlns:a16="http://schemas.microsoft.com/office/drawing/2014/main" id="{BE6F8F11-F690-44D7-B8B3-0514A784F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6042" y="1181873"/>
            <a:ext cx="1349153" cy="3663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lnSpc>
                <a:spcPts val="2520"/>
              </a:lnSpc>
              <a:buNone/>
              <a:defRPr sz="1600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 xmlns:a="http://schemas.openxmlformats.org/drawingml/2006/main">
            <a:r>
              <a:rPr sz="1200">
                <a:solidFill>
                  <a:srgbClr val="C00000"/>
                </a:solidFill>
              </a:rPr>
              <a:t>✕ 錯誤使用範例</a:t>
            </a:r>
          </a:p>
        </p:txBody>
      </p:sp>
      <p:sp>
        <p:nvSpPr>
          <p:cNvPr id="20" name="文字方塊 19">
            <a:extLst xmlns:a="http://schemas.openxmlformats.org/drawingml/2006/main">
              <a:ext uri="{FF2B5EF4-FFF2-40B4-BE49-F238E27FC236}">
                <a16:creationId xmlns:a16="http://schemas.microsoft.com/office/drawing/2014/main" id="{7228A325-6F84-4FCB-AB27-89AB09DAB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6042" y="2740510"/>
            <a:ext cx="1349153" cy="3681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lnSpc>
                <a:spcPts val="2520"/>
              </a:lnSpc>
              <a:buNone/>
              <a:defRPr sz="1600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 xmlns:a="http://schemas.openxmlformats.org/drawingml/2006/main">
            <a:r>
              <a:rPr sz="1200">
                <a:solidFill>
                  <a:srgbClr val="37B37E"/>
                </a:solidFill>
              </a:rPr>
              <a:t>○ 正確使用範例</a:t>
            </a:r>
          </a:p>
        </p:txBody>
      </p:sp>
      <p:sp>
        <p:nvSpPr>
          <p:cNvPr id="21" name="圓角化對角線角落矩形 10">
            <a:extLst xmlns:a="http://schemas.openxmlformats.org/drawingml/2006/main">
              <a:ext uri="{FF2B5EF4-FFF2-40B4-BE49-F238E27FC236}">
                <a16:creationId xmlns:a16="http://schemas.microsoft.com/office/drawing/2014/main" id="{0DC07E80-825E-4EB8-96D5-354F977E2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6745437" y="3118240"/>
            <a:ext cx="847421" cy="867401"/>
          </a:xfrm>
          <a:prstGeom xmlns:a="http://schemas.openxmlformats.org/drawingml/2006/main" prst="round2DiagRect">
            <a:avLst/>
          </a:prstGeom>
          <a:solidFill xmlns:a="http://schemas.openxmlformats.org/drawingml/2006/main">
            <a:srgbClr val="38B37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圓角化對角線角落矩形 11">
            <a:extLst xmlns:a="http://schemas.openxmlformats.org/drawingml/2006/main">
              <a:ext uri="{FF2B5EF4-FFF2-40B4-BE49-F238E27FC236}">
                <a16:creationId xmlns:a16="http://schemas.microsoft.com/office/drawing/2014/main" id="{471446CD-8659-44EC-A2BD-9A0417E4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6942013" y="3319448"/>
            <a:ext cx="454270" cy="464981"/>
          </a:xfrm>
          <a:prstGeom xmlns:a="http://schemas.openxmlformats.org/drawingml/2006/main" prst="round2DiagRect">
            <a:avLst/>
          </a:prstGeom>
          <a:solidFill xmlns:a="http://schemas.openxmlformats.org/drawingml/2006/main">
            <a:srgbClr val="FDD3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直線接點 22">
            <a:extLst xmlns:a="http://schemas.openxmlformats.org/drawingml/2006/main">
              <a:ext uri="{FF2B5EF4-FFF2-40B4-BE49-F238E27FC236}">
                <a16:creationId xmlns:a16="http://schemas.microsoft.com/office/drawing/2014/main" id="{C7B7C9A2-AE7A-4D52-932F-A49814D7D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4609" y="935961"/>
            <a:ext cx="0" cy="3397789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2">
                <a:lumMod val="2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2928507677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字方塊 1">
            <a:extLst xmlns:a="http://schemas.openxmlformats.org/drawingml/2006/main">
              <a:ext uri="{FF2B5EF4-FFF2-40B4-BE49-F238E27FC236}">
                <a16:creationId xmlns:a16="http://schemas.microsoft.com/office/drawing/2014/main" id="{514A3BDD-1903-4220-BC2B-30636328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89" y="238164"/>
            <a:ext cx="141577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2400" b="1"/>
              <a:t>數字素材</a:t>
            </a:r>
          </a:p>
        </p:txBody>
      </p:sp>
      <p:pic>
        <p:nvPicPr>
          <p:cNvPr id="14" name="圖片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69ec8dd125403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26542" y="869224"/>
            <a:ext cx="981635" cy="1570325"/>
          </a:xfrm>
          <a:prstGeom xmlns:a="http://schemas.openxmlformats.org/drawingml/2006/main" prst="rect">
            <a:avLst/>
          </a:prstGeom>
        </p:spPr>
      </p:pic>
      <p:pic>
        <p:nvPicPr>
          <p:cNvPr id="15" name="圖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648f441f5646a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26727" y="869224"/>
            <a:ext cx="1165734" cy="1570325"/>
          </a:xfrm>
          <a:prstGeom xmlns:a="http://schemas.openxmlformats.org/drawingml/2006/main" prst="rect">
            <a:avLst/>
          </a:prstGeom>
        </p:spPr>
      </p:pic>
      <p:pic>
        <p:nvPicPr>
          <p:cNvPr id="16" name="圖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a7ba219dbe496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7442" y="869224"/>
            <a:ext cx="1059393" cy="1570325"/>
          </a:xfrm>
          <a:prstGeom xmlns:a="http://schemas.openxmlformats.org/drawingml/2006/main" prst="rect">
            <a:avLst/>
          </a:prstGeom>
        </p:spPr>
      </p:pic>
      <p:pic>
        <p:nvPicPr>
          <p:cNvPr id="17" name="圖片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df8263db6f47f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10519" y="869224"/>
            <a:ext cx="1117177" cy="1570325"/>
          </a:xfrm>
          <a:prstGeom xmlns:a="http://schemas.openxmlformats.org/drawingml/2006/main" prst="rect">
            <a:avLst/>
          </a:prstGeom>
        </p:spPr>
      </p:pic>
      <p:pic>
        <p:nvPicPr>
          <p:cNvPr id="18" name="圖片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d28210b2b6442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73155" y="869224"/>
            <a:ext cx="1117177" cy="1570325"/>
          </a:xfrm>
          <a:prstGeom xmlns:a="http://schemas.openxmlformats.org/drawingml/2006/main" prst="rect">
            <a:avLst/>
          </a:prstGeom>
        </p:spPr>
      </p:pic>
      <p:pic>
        <p:nvPicPr>
          <p:cNvPr id="19" name="圖片 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b301de6a2f47c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7442" y="2889045"/>
            <a:ext cx="1059394" cy="1570325"/>
          </a:xfrm>
          <a:prstGeom xmlns:a="http://schemas.openxmlformats.org/drawingml/2006/main" prst="rect">
            <a:avLst/>
          </a:prstGeom>
        </p:spPr>
      </p:pic>
      <p:pic>
        <p:nvPicPr>
          <p:cNvPr id="20" name="圖片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1b4e3183b146e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26728" y="2889045"/>
            <a:ext cx="1245136" cy="1570325"/>
          </a:xfrm>
          <a:prstGeom xmlns:a="http://schemas.openxmlformats.org/drawingml/2006/main" prst="rect">
            <a:avLst/>
          </a:prstGeom>
        </p:spPr>
      </p:pic>
      <p:pic>
        <p:nvPicPr>
          <p:cNvPr id="21" name="圖片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6572f8762541b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26543" y="2899248"/>
            <a:ext cx="862343" cy="1570325"/>
          </a:xfrm>
          <a:prstGeom xmlns:a="http://schemas.openxmlformats.org/drawingml/2006/main" prst="rect">
            <a:avLst/>
          </a:prstGeom>
        </p:spPr>
      </p:pic>
      <p:pic>
        <p:nvPicPr>
          <p:cNvPr id="22" name="圖片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c3cbaae5e54ab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52451" y="2899248"/>
            <a:ext cx="862343" cy="1570325"/>
          </a:xfrm>
          <a:prstGeom xmlns:a="http://schemas.openxmlformats.org/drawingml/2006/main" prst="rect">
            <a:avLst/>
          </a:prstGeom>
        </p:spPr>
      </p:pic>
      <p:pic>
        <p:nvPicPr>
          <p:cNvPr id="23" name="圖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3fa683536748d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17492" y="2899248"/>
            <a:ext cx="1117177" cy="15703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407941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323AF3AA-C43E-349D-5206-93B1BA19F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276" y="-1"/>
            <a:ext cx="3848725" cy="25717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B37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投影片編號版面配置區 1">
            <a:extLst xmlns:a="http://schemas.openxmlformats.org/drawingml/2006/main">
              <a:ext uri="{FF2B5EF4-FFF2-40B4-BE49-F238E27FC236}">
                <a16:creationId xmlns:a16="http://schemas.microsoft.com/office/drawing/2014/main" id="{6B151569-ED0E-0E66-6318-29D06F0CFD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3043AD8-D16D-2641-B498-071FA57E477F}" type="slidenum">
              <a:t>21</a:t>
            </a:fld>
          </a:p>
        </p:txBody>
      </p:sp>
      <p:sp>
        <p:nvSpPr>
          <p:cNvPr id="13" name="文字方塊 12">
            <a:extLst xmlns:a="http://schemas.openxmlformats.org/drawingml/2006/main">
              <a:ext uri="{FF2B5EF4-FFF2-40B4-BE49-F238E27FC236}">
                <a16:creationId xmlns:a16="http://schemas.microsoft.com/office/drawing/2014/main" id="{5C62B2D9-A678-A212-531C-774853B6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307" y="311096"/>
            <a:ext cx="441198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rPr>
              <a:t>簡報素材</a:t>
            </a:r>
          </a:p>
        </p:txBody>
      </p:sp>
      <p:pic>
        <p:nvPicPr>
          <p:cNvPr id="66" name="圖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cdee5f63154e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2308" y="338744"/>
            <a:ext cx="313341" cy="269474"/>
          </a:xfrm>
          <a:prstGeom xmlns:a="http://schemas.openxmlformats.org/drawingml/2006/main" prst="rect">
            <a:avLst/>
          </a:prstGeom>
        </p:spPr>
      </p:pic>
      <p:pic>
        <p:nvPicPr>
          <p:cNvPr id="67" name="圖片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7d1008cbd34d69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03498" y="1444888"/>
            <a:ext cx="2432278" cy="810000"/>
          </a:xfrm>
          <a:prstGeom xmlns:a="http://schemas.openxmlformats.org/drawingml/2006/main" prst="rect">
            <a:avLst/>
          </a:prstGeom>
        </p:spPr>
      </p:pic>
      <p:pic>
        <p:nvPicPr>
          <p:cNvPr id="68" name="圖片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10ae035b0f460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03498" y="3661479"/>
            <a:ext cx="2432278" cy="810000"/>
          </a:xfrm>
          <a:prstGeom xmlns:a="http://schemas.openxmlformats.org/drawingml/2006/main" prst="rect">
            <a:avLst/>
          </a:prstGeom>
        </p:spPr>
      </p:pic>
      <p:pic>
        <p:nvPicPr>
          <p:cNvPr id="69" name="圖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e04199b8ae4af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98624" y="427244"/>
            <a:ext cx="1042025" cy="1080000"/>
          </a:xfrm>
          <a:prstGeom xmlns:a="http://schemas.openxmlformats.org/drawingml/2006/main" prst="rect">
            <a:avLst/>
          </a:prstGeom>
        </p:spPr>
      </p:pic>
      <p:pic>
        <p:nvPicPr>
          <p:cNvPr id="70" name="圖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611e54b78141b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98624" y="2625542"/>
            <a:ext cx="1043493" cy="1080000"/>
          </a:xfrm>
          <a:prstGeom xmlns:a="http://schemas.openxmlformats.org/drawingml/2006/main" prst="rect">
            <a:avLst/>
          </a:prstGeom>
        </p:spPr>
      </p:pic>
      <p:sp>
        <p:nvSpPr>
          <p:cNvPr id="40" name="文字方塊 39">
            <a:extLst xmlns:a="http://schemas.openxmlformats.org/drawingml/2006/main">
              <a:ext uri="{FF2B5EF4-FFF2-40B4-BE49-F238E27FC236}">
                <a16:creationId xmlns:a16="http://schemas.microsoft.com/office/drawing/2014/main" id="{12DFD3AB-37BE-57E5-18DF-2F0C5FFF4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535" y="4033813"/>
            <a:ext cx="1055441" cy="3104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1890"/>
              </a:lnSpc>
              <a:buNone/>
            </a:pPr>
            <a:r>
              <a:rPr sz="1200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rPr>
              <a:t>混用示範</a:t>
            </a:r>
          </a:p>
        </p:txBody>
      </p:sp>
      <p:sp>
        <p:nvSpPr>
          <p:cNvPr id="41" name="文字方塊 40">
            <a:extLst xmlns:a="http://schemas.openxmlformats.org/drawingml/2006/main">
              <a:ext uri="{FF2B5EF4-FFF2-40B4-BE49-F238E27FC236}">
                <a16:creationId xmlns:a16="http://schemas.microsoft.com/office/drawing/2014/main" id="{67D99930-1829-01E6-3A28-EB8824BA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535" y="967244"/>
            <a:ext cx="1055441" cy="3104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1890"/>
              </a:lnSpc>
              <a:buNone/>
            </a:pPr>
            <a:r>
              <a:rPr sz="1200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rPr>
              <a:t>標準圖形</a:t>
            </a:r>
          </a:p>
        </p:txBody>
      </p:sp>
      <p:sp>
        <p:nvSpPr>
          <p:cNvPr id="42" name="文字方塊 41">
            <a:extLst xmlns:a="http://schemas.openxmlformats.org/drawingml/2006/main">
              <a:ext uri="{FF2B5EF4-FFF2-40B4-BE49-F238E27FC236}">
                <a16:creationId xmlns:a16="http://schemas.microsoft.com/office/drawing/2014/main" id="{66226D97-AC41-12FF-7C65-D19451CEA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276" y="4615760"/>
            <a:ext cx="1941568" cy="30155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1890"/>
              </a:lnSpc>
              <a:buNone/>
            </a:pPr>
            <a:r>
              <a:rPr sz="900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rPr>
              <a:t>註：標誌已保留淨空範圍</a:t>
            </a:r>
          </a:p>
        </p:txBody>
      </p:sp>
      <p:pic>
        <p:nvPicPr>
          <p:cNvPr id="74" name="圖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6c75a5d1d146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3233" y="1721500"/>
            <a:ext cx="510318" cy="439787"/>
          </a:xfrm>
          <a:prstGeom xmlns:a="http://schemas.openxmlformats.org/drawingml/2006/main" prst="rect">
            <a:avLst/>
          </a:prstGeom>
        </p:spPr>
      </p:pic>
      <p:pic>
        <p:nvPicPr>
          <p:cNvPr id="75" name="圖片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7f5dc12851496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83804" y="1700756"/>
            <a:ext cx="439787" cy="481276"/>
          </a:xfrm>
          <a:prstGeom xmlns:a="http://schemas.openxmlformats.org/drawingml/2006/main" prst="rect">
            <a:avLst/>
          </a:prstGeom>
        </p:spPr>
      </p:pic>
      <p:pic>
        <p:nvPicPr>
          <p:cNvPr id="76" name="圖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a04e8d8eb342e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23844" y="1700756"/>
            <a:ext cx="543509" cy="481276"/>
          </a:xfrm>
          <a:prstGeom xmlns:a="http://schemas.openxmlformats.org/drawingml/2006/main" prst="rect">
            <a:avLst/>
          </a:prstGeom>
        </p:spPr>
      </p:pic>
      <p:pic>
        <p:nvPicPr>
          <p:cNvPr id="77" name="圖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73234b3f574ed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67607" y="1758841"/>
            <a:ext cx="365105" cy="365105"/>
          </a:xfrm>
          <a:prstGeom xmlns:a="http://schemas.openxmlformats.org/drawingml/2006/main" prst="rect">
            <a:avLst/>
          </a:prstGeom>
        </p:spPr>
      </p:pic>
      <p:pic>
        <p:nvPicPr>
          <p:cNvPr id="78" name="圖片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8aab5b6a014b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8811" y="2712107"/>
            <a:ext cx="428427" cy="371304"/>
          </a:xfrm>
          <a:prstGeom xmlns:a="http://schemas.openxmlformats.org/drawingml/2006/main" prst="rect">
            <a:avLst/>
          </a:prstGeom>
        </p:spPr>
      </p:pic>
      <p:pic>
        <p:nvPicPr>
          <p:cNvPr id="79" name="圖片 4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f167c205f1476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585175" y="2682103"/>
            <a:ext cx="479202" cy="468632"/>
          </a:xfrm>
          <a:prstGeom xmlns:a="http://schemas.openxmlformats.org/drawingml/2006/main" prst="rect">
            <a:avLst/>
          </a:prstGeom>
        </p:spPr>
      </p:pic>
      <p:pic>
        <p:nvPicPr>
          <p:cNvPr id="80" name="圖片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fbd03e21ba4e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94151" y="2677423"/>
            <a:ext cx="440669" cy="440669"/>
          </a:xfrm>
          <a:prstGeom xmlns:a="http://schemas.openxmlformats.org/drawingml/2006/main" prst="rect">
            <a:avLst/>
          </a:prstGeom>
        </p:spPr>
      </p:pic>
      <p:pic>
        <p:nvPicPr>
          <p:cNvPr id="81" name="圖片 4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157afb8480401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54319" y="2642741"/>
            <a:ext cx="199933" cy="510033"/>
          </a:xfrm>
          <a:prstGeom xmlns:a="http://schemas.openxmlformats.org/drawingml/2006/main" prst="rect">
            <a:avLst/>
          </a:prstGeom>
        </p:spPr>
      </p:pic>
      <p:pic>
        <p:nvPicPr>
          <p:cNvPr id="82" name="圖片 5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5f0ca911814e1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88955" y="2644782"/>
            <a:ext cx="122408" cy="505953"/>
          </a:xfrm>
          <a:prstGeom xmlns:a="http://schemas.openxmlformats.org/drawingml/2006/main" prst="rect">
            <a:avLst/>
          </a:prstGeom>
        </p:spPr>
      </p:pic>
      <p:pic>
        <p:nvPicPr>
          <p:cNvPr id="83" name="圖片 5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157afb8480401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31018" y="3967126"/>
            <a:ext cx="163958" cy="418260"/>
          </a:xfrm>
          <a:prstGeom xmlns:a="http://schemas.openxmlformats.org/drawingml/2006/main" prst="rect">
            <a:avLst/>
          </a:prstGeom>
        </p:spPr>
      </p:pic>
      <p:pic>
        <p:nvPicPr>
          <p:cNvPr id="84" name="圖片 5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157afb8480401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222216" y="3967126"/>
            <a:ext cx="163957" cy="418260"/>
          </a:xfrm>
          <a:prstGeom xmlns:a="http://schemas.openxmlformats.org/drawingml/2006/main" prst="rect">
            <a:avLst/>
          </a:prstGeom>
        </p:spPr>
      </p:pic>
      <p:pic>
        <p:nvPicPr>
          <p:cNvPr id="85" name="圖片 5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157afb8480401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339523" y="3967126"/>
            <a:ext cx="163957" cy="418260"/>
          </a:xfrm>
          <a:prstGeom xmlns:a="http://schemas.openxmlformats.org/drawingml/2006/main" prst="rect">
            <a:avLst/>
          </a:prstGeom>
        </p:spPr>
      </p:pic>
      <p:pic>
        <p:nvPicPr>
          <p:cNvPr id="86" name="圖片 5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157afb8480401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949280" y="3967126"/>
            <a:ext cx="163957" cy="418260"/>
          </a:xfrm>
          <a:prstGeom xmlns:a="http://schemas.openxmlformats.org/drawingml/2006/main" prst="rect">
            <a:avLst/>
          </a:prstGeom>
        </p:spPr>
      </p:pic>
      <p:pic>
        <p:nvPicPr>
          <p:cNvPr id="87" name="圖片 5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157afb8480401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3066587" y="3967126"/>
            <a:ext cx="163957" cy="418260"/>
          </a:xfrm>
          <a:prstGeom xmlns:a="http://schemas.openxmlformats.org/drawingml/2006/main" prst="rect">
            <a:avLst/>
          </a:prstGeom>
        </p:spPr>
      </p:pic>
      <p:pic>
        <p:nvPicPr>
          <p:cNvPr id="88" name="圖片 5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157afb8480401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3180887" y="3967126"/>
            <a:ext cx="163957" cy="41826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841142"/>
      </p:ext>
    </p:extLst>
  </p:cSld>
</p:sld>
</file>

<file path=ppt/theme/theme1.xml><?xml version="1.0" encoding="utf-8"?>
<a:theme xmlns:a="http://schemas.openxmlformats.org/drawingml/2006/main" name="Office 佈景主題">
  <a:themeElements>
    <a:clrScheme name="IT專用色卡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7B37E"/>
      </a:accent1>
      <a:accent2>
        <a:srgbClr val="79C066"/>
      </a:accent2>
      <a:accent3>
        <a:srgbClr val="1B758B"/>
      </a:accent3>
      <a:accent4>
        <a:srgbClr val="FDD300"/>
      </a:accent4>
      <a:accent5>
        <a:srgbClr val="5B9BD5"/>
      </a:accent5>
      <a:accent6>
        <a:srgbClr val="38BC96"/>
      </a:accent6>
      <a:hlink>
        <a:srgbClr val="C60000"/>
      </a:hlink>
      <a:folHlink>
        <a:srgbClr val="83BFB5"/>
      </a:folHlink>
    </a:clrScheme>
    <a:fontScheme name="IT專用字體">
      <a:majorFont>
        <a:latin typeface="Calibri"/>
        <a:ea typeface="微軟正黑體"/>
        <a:cs typeface=""/>
      </a:majorFont>
      <a:minorFont>
        <a:latin typeface="Calibri"/>
        <a:ea typeface="微軟正黑體"/>
        <a:cs typeface=""/>
      </a:minorFont>
    </a:fontScheme>
    <a:fmtScheme name="IT專用色卡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2026-07-17T06:10:42.1730000Z</dcterms:created>
  <dcterms:modified xsi:type="dcterms:W3CDTF">2026-07-17T06:10:42.1730000Z</dcterms:modified>
</coreProperties>
</file>