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86bbb993ef4ada" /><Relationship Type="http://schemas.openxmlformats.org/officeDocument/2006/relationships/extended-properties" Target="/docProps/app.xml" Id="R0498519b76af473f" /><Relationship Type="http://schemas.openxmlformats.org/officeDocument/2006/relationships/officeDocument" Target="/ppt/presentation.xml" Id="R8e6ec41b2f4941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d87a4854254caf"/>
  </p:sldMasterIdLst>
  <p:notesMasterIdLst>
    <p:notesMasterId xmlns:r="http://schemas.openxmlformats.org/officeDocument/2006/relationships" r:id="Rbf8846d8fc434ac3"/>
  </p:notesMasterIdLst>
  <p:sldIdLst>
    <p:sldId xmlns:r="http://schemas.openxmlformats.org/officeDocument/2006/relationships" id="256" r:id="R14f1518b7b0b432d"/>
    <p:sldId xmlns:r="http://schemas.openxmlformats.org/officeDocument/2006/relationships" id="257" r:id="R98d70c9f89344fd7"/>
    <p:sldId xmlns:r="http://schemas.openxmlformats.org/officeDocument/2006/relationships" id="258" r:id="R6cfe7cdbfd014d05"/>
    <p:sldId xmlns:r="http://schemas.openxmlformats.org/officeDocument/2006/relationships" id="259" r:id="R26b9e69b339e44a7"/>
    <p:sldId xmlns:r="http://schemas.openxmlformats.org/officeDocument/2006/relationships" id="260" r:id="R32a21dfc97814ecc"/>
    <p:sldId xmlns:r="http://schemas.openxmlformats.org/officeDocument/2006/relationships" id="261" r:id="Re422102e59a3426a"/>
    <p:sldId xmlns:r="http://schemas.openxmlformats.org/officeDocument/2006/relationships" id="262" r:id="R8ec710e5bd2440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d5802c575f4046" /><Relationship Type="http://schemas.openxmlformats.org/officeDocument/2006/relationships/slideMaster" Target="/ppt/slideMasters/slideMaster1.xml" Id="Ra3d87a4854254caf" /><Relationship Type="http://schemas.openxmlformats.org/officeDocument/2006/relationships/notesMaster" Target="/ppt/notesMasters/notesMaster1.xml" Id="Rbf8846d8fc434ac3" /><Relationship Type="http://schemas.openxmlformats.org/officeDocument/2006/relationships/presProps" Target="/ppt/presProps.xml" Id="R9ae19dd62cc44fb3" /><Relationship Type="http://schemas.openxmlformats.org/officeDocument/2006/relationships/tableStyles" Target="/ppt/tableStyles.xml" Id="R6ccfeff36e9f4937" /><Relationship Type="http://schemas.openxmlformats.org/officeDocument/2006/relationships/slide" Target="/ppt/slides/slide1.xml" Id="R14f1518b7b0b432d" /><Relationship Type="http://schemas.openxmlformats.org/officeDocument/2006/relationships/slide" Target="/ppt/slides/slide2.xml" Id="R98d70c9f89344fd7" /><Relationship Type="http://schemas.openxmlformats.org/officeDocument/2006/relationships/slide" Target="/ppt/slides/slide3.xml" Id="R6cfe7cdbfd014d05" /><Relationship Type="http://schemas.openxmlformats.org/officeDocument/2006/relationships/slide" Target="/ppt/slides/slide4.xml" Id="R26b9e69b339e44a7" /><Relationship Type="http://schemas.openxmlformats.org/officeDocument/2006/relationships/slide" Target="/ppt/slides/slide5.xml" Id="R32a21dfc97814ecc" /><Relationship Type="http://schemas.openxmlformats.org/officeDocument/2006/relationships/slide" Target="/ppt/slides/slide6.xml" Id="Re422102e59a3426a" /><Relationship Type="http://schemas.openxmlformats.org/officeDocument/2006/relationships/slide" Target="/ppt/slides/slide7.xml" Id="R8ec710e5bd2440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28e6c0939944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b1dd0c8b1c412a" /><Relationship Type="http://schemas.openxmlformats.org/officeDocument/2006/relationships/notesMaster" Target="/ppt/notesMasters/notesMaster1.xml" Id="R6f88247f77e247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66d3f0d665453a" /><Relationship Type="http://schemas.openxmlformats.org/officeDocument/2006/relationships/notesMaster" Target="/ppt/notesMasters/notesMaster1.xml" Id="Rbecd5ca571654f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b245b0779443ee" /><Relationship Type="http://schemas.openxmlformats.org/officeDocument/2006/relationships/notesMaster" Target="/ppt/notesMasters/notesMaster1.xml" Id="R588b3856004a40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fdb07f99f0488e" /><Relationship Type="http://schemas.openxmlformats.org/officeDocument/2006/relationships/notesMaster" Target="/ppt/notesMasters/notesMaster1.xml" Id="Re1f3b03de30d45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7084625793439d" /><Relationship Type="http://schemas.openxmlformats.org/officeDocument/2006/relationships/notesMaster" Target="/ppt/notesMasters/notesMaster1.xml" Id="R1b2dde10e56043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020af90b924581" /><Relationship Type="http://schemas.openxmlformats.org/officeDocument/2006/relationships/notesMaster" Target="/ppt/notesMasters/notesMaster1.xml" Id="R77f7e543f01648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740f3a415e419d" /><Relationship Type="http://schemas.openxmlformats.org/officeDocument/2006/relationships/notesMaster" Target="/ppt/notesMasters/notesMaster1.xml" Id="R1ded5f22dfe447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1f15d7cbd747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711ae84e49439e" /><Relationship Type="http://schemas.openxmlformats.org/officeDocument/2006/relationships/slideLayout" Target="/ppt/slideLayouts/slideLayout1.xml" Id="Re4295b1d836347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295b1d836347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2e51c84ab4fba" /><Relationship Type="http://schemas.openxmlformats.org/officeDocument/2006/relationships/image" Target="/ppt/media/image.png" Id="R98921bcf701c4db9" /><Relationship Type="http://schemas.openxmlformats.org/officeDocument/2006/relationships/image" Target="/ppt/media/image2.png" Id="R27654616a93e448c" /><Relationship Type="http://schemas.openxmlformats.org/officeDocument/2006/relationships/image" Target="/ppt/media/image3.png" Id="R457aac700aba4889" /><Relationship Type="http://schemas.openxmlformats.org/officeDocument/2006/relationships/notesSlide" Target="/ppt/notesSlides/notesSlide1.xml" Id="R80ee188931f545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c35672320434f" /><Relationship Type="http://schemas.openxmlformats.org/officeDocument/2006/relationships/notesSlide" Target="/ppt/notesSlides/notesSlide2.xml" Id="R69e6a9b9bc7845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ef161e9934b06" /><Relationship Type="http://schemas.openxmlformats.org/officeDocument/2006/relationships/notesSlide" Target="/ppt/notesSlides/notesSlide3.xml" Id="R0994c47f00684e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63c0d0a634493" /><Relationship Type="http://schemas.openxmlformats.org/officeDocument/2006/relationships/notesSlide" Target="/ppt/notesSlides/notesSlide4.xml" Id="R68fd5ced93ce42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0c45825c84218" /><Relationship Type="http://schemas.openxmlformats.org/officeDocument/2006/relationships/notesSlide" Target="/ppt/notesSlides/notesSlide5.xml" Id="Rba38b9c4c0de42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b89c82d564b2d" /><Relationship Type="http://schemas.openxmlformats.org/officeDocument/2006/relationships/notesSlide" Target="/ppt/notesSlides/notesSlide6.xml" Id="R50eeca666fec42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6eb78d1494ee8" /><Relationship Type="http://schemas.openxmlformats.org/officeDocument/2006/relationships/notesSlide" Target="/ppt/notesSlides/notesSlide7.xml" Id="R3f8ab27b511443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21bcf701c4d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48050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54616a93e448c"/>
          <a:srcRect xmlns:a="http://schemas.openxmlformats.org/drawingml/2006/main" l="0" t="163" r="0" b="1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41E76-7E92-4A1C-86F8-F114EE41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0"/>
            <a:ext cx="4838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aac700aba4889"/>
          <a:stretch xmlns:a="http://schemas.openxmlformats.org/drawingml/2006/main"/>
        </p:blipFill>
        <p:spPr>
          <a:xfrm xmlns:a="http://schemas.openxmlformats.org/drawingml/2006/main">
            <a:off x="2128500" y="361950"/>
            <a:ext cx="7706399" cy="71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05389-58DC-4C8F-9D3F-EC2C4D33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19250"/>
            <a:ext cx="377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雲端技術發展部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雲端應用開發科 CIP 實習生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F1562-9B4A-4617-B076-F57BDD46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337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4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王冠婷 CLEO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A5151-59BF-4445-BA70-728C02FC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8150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國立臺灣海洋大學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02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通訊與導航工程學系 升大三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147BB-7324-4674-8FB3-B9B94234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6197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2026/7/20</a:t>
            </a:r>
          </a:p>
        </p:txBody>
      </p:sp>
    </p:spTree>
    <p:extLst>
      <p:ext uri="{BB962C8B-B14F-4D97-AF65-F5344CB8AC3E}">
        <p14:creationId xmlns:p14="http://schemas.microsoft.com/office/powerpoint/2010/main" val="526444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DEE4C-5091-4CD3-8DD4-253A97A1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952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053B2-5B06-4CEF-B650-874E9302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05300"/>
            <a:ext cx="2266950" cy="2266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06653-E8C0-4EB5-9E11-D6306A6A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6CACB-904D-4A50-A724-5E6C4E5F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0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Cathay CIP Intern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7A07F-2E2D-4DB3-8E8D-505F8ED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2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先用三件事認識我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321E8-641B-41C4-9077-CB9B4D0D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628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3A3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3A3A3A"/>
                </a:solidFill>
                <a:latin typeface="Microsoft JhengHei"/>
                <a:ea typeface="Microsoft JhengHei"/>
                <a:cs typeface="Microsoft JhengHei"/>
              </a:rPr>
              <a:t>我來自國立臺灣海洋大學，通訊與導航工程學系。這個暑假很榮幸加入國泰人壽 CIP，在雲端技術發展部實習。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8A76D-B69A-41C0-B9DE-5CDD7FDB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2905125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4A8F91"/>
          </a:solidFill>
          <a:ln xmlns:a="http://schemas.openxmlformats.org/drawingml/2006/main" w="9525">
            <a:solidFill>
              <a:srgbClr val="4A8F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71DF5-36C6-4F01-A920-04C28C65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背景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17C67-D3AD-4455-8D85-72F6CCAA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海大通訊與導航工程學系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暑假後升大三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2E920-C653-4ABF-A75D-A18F42F0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2905125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3845F-7AB8-45DE-A04A-B0A60DB1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95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現在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E125B-BAA4-4A9C-9318-57092BB1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CIP 實習生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雲端應用開發科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5779C-6CCD-42EA-8ED4-1B982E5D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2905125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89ECC-2731-4A91-8829-CA81B450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95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個性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B8FDA-053B-475C-8A99-55C65713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喜歡把複雜事物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整理成可追蹤的流程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01BE89-CF5C-4F61-8C66-54D13AA6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今天想分享：我、我的實習專案，以及 AI PM 如何和人一起工作。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F54382-D3E1-4A4C-A8F1-F6A38DA4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246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Page 02</a:t>
            </a:r>
          </a:p>
        </p:txBody>
      </p:sp>
    </p:spTree>
    <p:extLst>
      <p:ext uri="{BB962C8B-B14F-4D97-AF65-F5344CB8AC3E}">
        <p14:creationId xmlns:p14="http://schemas.microsoft.com/office/powerpoint/2010/main" val="9941725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4A8F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749CEC-BF69-4A8B-8600-EF748524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Cathay CIP Intern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35608-6BE0-437B-9CA4-5BD5D422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1450"/>
            <a:ext cx="2724150" cy="2724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A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E85F0-696E-4599-AB39-C6F104A4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A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54226-89D3-458F-A53A-F00CFAE1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我的實習專案：AI 技術雷達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40A3B-7BF2-4B28-8FB4-AFDC1D3C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728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把大量雲端與 AI 技術資訊，整理成可比較、可驗證、可報告的決策流程。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E2724-5A4D-48E8-8F8D-0BCBFAC8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80975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E8F0E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169E8-2135-4FA6-8784-48B859DB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B9656-1ECD-46FA-8718-C1FBE819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Scan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14164-E1F9-44F5-8252-609DF2F9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6240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7000"/>
              </a:lnSpc>
              <a:buNone/>
              <a:def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蒐集來源</a:t>
            </a:r>
          </a:p>
          <a:p xmlns:a="http://schemas.openxmlformats.org/drawingml/2006/main">
            <a:pPr>
              <a:lnSpc>
                <a:spcPct val="117000"/>
              </a:lnSpc>
              <a:buNone/>
              <a:def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產生候選清單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D7620-9CFC-49E2-B611-3D7E1C7A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57550"/>
            <a:ext cx="180975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E8F0E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1E221-27EA-4AE4-B670-70B528DE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29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01A71-911D-4021-AF86-FF98E8F9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290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Compare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E7785-50C7-43EC-A313-9B875BE4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6240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7000"/>
              </a:lnSpc>
              <a:buNone/>
              <a:def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依需求排序</a:t>
            </a:r>
          </a:p>
          <a:p xmlns:a="http://schemas.openxmlformats.org/drawingml/2006/main">
            <a:pPr>
              <a:lnSpc>
                <a:spcPct val="117000"/>
              </a:lnSpc>
              <a:buNone/>
              <a:def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篩出候選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B6CE8-A0AD-4936-A827-E7E13959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57550"/>
            <a:ext cx="180975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3B619-C135-4E11-9669-67109326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29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C37B2-3C67-4CEE-8AE7-A77DCCEB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Evaluate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EC914-6FC6-4821-9041-84DE36ED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7000"/>
              </a:lnSpc>
              <a:buNone/>
              <a:def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用準則與案例</a:t>
            </a:r>
          </a:p>
          <a:p xmlns:a="http://schemas.openxmlformats.org/drawingml/2006/main">
            <a:pPr>
              <a:lnSpc>
                <a:spcPct val="117000"/>
              </a:lnSpc>
              <a:buNone/>
              <a:def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做深度評估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6F684-90FF-4443-9E7B-97F1A110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57550"/>
            <a:ext cx="180975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E8F0E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5D22A-FE14-42B8-A614-2E2DBE5A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29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40496-AA21-4767-A50C-A540C4BF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Validate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B5958-D148-4FA5-A4FA-2E9CCC02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6240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7000"/>
              </a:lnSpc>
              <a:buNone/>
              <a:def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檢查分歧</a:t>
            </a:r>
          </a:p>
          <a:p xmlns:a="http://schemas.openxmlformats.org/drawingml/2006/main">
            <a:pPr>
              <a:lnSpc>
                <a:spcPct val="117000"/>
              </a:lnSpc>
              <a:buNone/>
              <a:def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保留驗證證據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4BBA36-228C-4CF6-A742-1A8240ED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57550"/>
            <a:ext cx="180975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E8F0E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E0D5FD-E1D6-48AD-9EE0-5E2EE8D3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FC23C3-5F37-4544-9271-7C1106AE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0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75EE4E-A5EE-4B0E-AEDC-B464493E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6240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7000"/>
              </a:lnSpc>
              <a:buNone/>
              <a:def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輸出 Top 3</a:t>
            </a:r>
          </a:p>
          <a:p xmlns:a="http://schemas.openxmlformats.org/drawingml/2006/main">
            <a:pPr>
              <a:lnSpc>
                <a:spcPct val="117000"/>
              </a:lnSpc>
              <a:buNone/>
              <a:def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與主管可讀報告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CFE961-A40F-4FAF-BD44-58935477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目前定位：已能在公司 AWS 環境跑出報告；接下來補強人類審核、證據鏈與長期追蹤。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B236EA-9CC9-4921-9D66-9FA06372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246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Page 03</a:t>
            </a:r>
          </a:p>
        </p:txBody>
      </p:sp>
    </p:spTree>
    <p:extLst>
      <p:ext uri="{BB962C8B-B14F-4D97-AF65-F5344CB8AC3E}">
        <p14:creationId xmlns:p14="http://schemas.microsoft.com/office/powerpoint/2010/main" val="16716371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6A035-0E62-4F31-B4A0-F415B4D8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952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E330C-C39D-418A-92B1-AD396A2F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05300"/>
            <a:ext cx="2266950" cy="2266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D2DE9-AF10-4061-8E7E-5435FE2B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72EBC-9899-4C4D-BCF8-F2F9B2EE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0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Cathay CIP Intern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B27B4-F04F-494C-9539-6CF84F30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15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AI PM 是哪一種 PM？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5C5C7-E994-49AE-A9BD-F674CEE1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不是替人做決定，而是讓專案「不失憶、能被追問、能留下證據」。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65F80-7541-4AE4-AB6E-F5881A26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667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4A8F91"/>
          </a:solidFill>
          <a:ln xmlns:a="http://schemas.openxmlformats.org/drawingml/2006/main" w="9525">
            <a:solidFill>
              <a:srgbClr val="4A8F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B364C-517B-4AAB-8D44-3E1DBDE9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質詢者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89B6C-DF17-4FCC-861D-ED240682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003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先問：這件事算完成的證據是什麼？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FFA51-0792-49F0-8926-F9BB5AFB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667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8BD7D-B8E9-4794-B7FC-15645FCF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0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協作者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B7EF1-DED4-4926-93F6-D960C5E9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陪人把模糊任務拆成 checkpoint。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6D785-12A1-449D-830E-9E22F10C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4667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137BB-8978-4506-961C-E85C4572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52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紀錄者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0E336-C64F-4B30-9BF2-69214F35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529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把人的工作軌跡與 AI 執行軌跡分開保存。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5723A-94ED-45D7-8005-F09C2D02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4667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B5A2B-20FA-4FB0-8A11-74A257BB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協調者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EBDCE8-9F6E-4665-A5F2-1B5770AB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需要時呼叫 AI RD、AI IT、AI QA 分工處理。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102C10-D4F3-4F41-857C-DDABC3FB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246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Page 04</a:t>
            </a:r>
          </a:p>
        </p:txBody>
      </p:sp>
    </p:spTree>
    <p:extLst>
      <p:ext uri="{BB962C8B-B14F-4D97-AF65-F5344CB8AC3E}">
        <p14:creationId xmlns:p14="http://schemas.microsoft.com/office/powerpoint/2010/main" val="1818878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68899-37F2-4EC7-BCA8-7A79FB55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0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Cathay CIP Intern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2E3E3-3A17-484F-8E03-EA633A34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33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81818-0BA0-4A36-BFF9-380CB34E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8580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A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B2A52-3B4C-427E-B932-48518C68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00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A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BA7BD-88B2-4159-AF9B-213ECFA3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人與 AI 的角色定義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9E42C-F078-444C-A9EC-D2AFA25E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互補，不互相取代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C3F1B-3AB4-4C31-B703-2E04231C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2686050" cy="31432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FEB7C-B576-417D-9D59-AA9F5C12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809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人類負責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3A51F-F01C-4109-8886-61D5CCFE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533650"/>
            <a:ext cx="2038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定義目的與價值判斷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決定取捨、風險與責任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提供情境、限制與最終審核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D8B3A-A3A4-4C4B-9454-65C040F5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428750"/>
            <a:ext cx="2686050" cy="31432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ABC44-3103-492E-A736-F7FB2802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09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AI 負責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96027-8988-4D47-B6F0-45D9B02E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33650"/>
            <a:ext cx="2038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整理脈絡與追蹤進度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產出草稿、檢核與提醒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執行可重複的資訊工作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C20F4-0DA1-4CEB-9E42-1EA1BC75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43500"/>
            <a:ext cx="5667375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8F0E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CAC38-69FE-4C5A-9207-15F513AD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353050"/>
            <a:ext cx="502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真正的邊界：人保留方向與責任，AI 提供連續性與執行力。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5D81F-05AC-4AE9-9576-4E9E6388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246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Page 05</a:t>
            </a:r>
          </a:p>
        </p:txBody>
      </p:sp>
    </p:spTree>
    <p:extLst>
      <p:ext uri="{BB962C8B-B14F-4D97-AF65-F5344CB8AC3E}">
        <p14:creationId xmlns:p14="http://schemas.microsoft.com/office/powerpoint/2010/main" val="3472758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4A8F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8A8BB7-8106-4EC7-989A-2E50ACCD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Cathay CIP Intern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449C3-4534-485F-AF78-B910B664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333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A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A248B-867C-4617-8685-47E353A2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A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8F01A-098C-47DA-8631-DA1A3F1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Mentor 提議：把 agentic organization 導入專案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00675-1037-41B7-A49A-A070C17A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478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PM 不只管理任務，也能協調不同 AI 角色；人類仍參與目標設定、審核與決策。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8A278-38A4-4DAF-BAAF-D2A0540A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6191250" cy="3143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57D09-885C-4A7F-AED1-145E3ADA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52700"/>
            <a:ext cx="3524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428F1-1E89-41EA-B354-A0A92F70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0375"/>
            <a:ext cx="17907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5A6AE-D4DC-4A3F-82B1-D16AAC85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90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577C3-C6C7-4998-9F10-04B0C31C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528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方向 / 審核 / 責任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F9EF5-AAA0-41AA-9CA1-DD7F2DFB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17907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FC3BF-1917-4715-ABA0-51844E19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AI PM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0A69B-CC77-4F10-9964-C34B4F36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09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拆任務 / 追證據 / 協調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F1F21-BD7B-4072-9147-0EFA32B2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17907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8F0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BF46B-989E-49C1-92AB-C6E626FF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AI 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80FDA-1240-46BE-B946-14FCEFAD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研究、比較、評估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B6E80-D42E-42A7-B555-3758AC10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17907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8F0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E7564-37C6-4ABB-B714-157CFE57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86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AI 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E709F3-F535-409D-8CA6-28F3CD28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部署、權限、排錯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00E487-7D5F-4B74-92AF-37B924B5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17907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8F0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1A7F5-984D-489F-96A6-54498CF9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86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AI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40ED3-37D5-42D8-9D85-E5590B00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驗證、回歸、風險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6CABC6-844C-4513-BD38-AEE8232F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95750"/>
            <a:ext cx="17907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8F0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3044E7-0CC0-4882-A2AC-E6EE7A89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AI Writer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C756BC-D966-47DF-A001-D774B845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報告、簡報、日誌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B5BD8B-5AFD-4AAC-B931-8A71D1EF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7150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每天留下兩條軌跡：人的工作軌跡、AI 的執行軌跡。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2C66EE-94F5-4BFB-9A78-DA84EA1D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246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Page 06</a:t>
            </a:r>
          </a:p>
        </p:txBody>
      </p:sp>
    </p:spTree>
    <p:extLst>
      <p:ext uri="{BB962C8B-B14F-4D97-AF65-F5344CB8AC3E}">
        <p14:creationId xmlns:p14="http://schemas.microsoft.com/office/powerpoint/2010/main" val="7558114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936C62-0FFE-4DD9-A6DA-03C2002A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952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34FF0-D830-4D83-85B5-611D1860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05300"/>
            <a:ext cx="2266950" cy="2266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AB0F9-2FEA-4E4C-8E26-E80D32BA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152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EB0E0-D6DB-4F63-9CD9-A190F37E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0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Cathay CIP Intern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8DB83-0DC0-4A1E-B25D-57BC32D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85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下班後的我：跑步、音樂劇、基隆探索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02EBA-DAEF-4FD9-8AD0-DCEB66E1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4552950" cy="704850"/>
          </a:xfrm>
          <a:prstGeom xmlns:a="http://schemas.openxmlformats.org/drawingml/2006/main" prst="roundRect">
            <a:avLst>
              <a:gd name="adj" fmla="val 20270"/>
            </a:avLst>
          </a:prstGeom>
          <a:solidFill xmlns:a="http://schemas.openxmlformats.org/drawingml/2006/main">
            <a:srgbClr val="4A8F91"/>
          </a:solidFill>
          <a:ln xmlns:a="http://schemas.openxmlformats.org/drawingml/2006/main" w="9525">
            <a:solidFill>
              <a:srgbClr val="4A8F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F600A-4D12-4EE5-B038-E55839AC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狗派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9EDCA-73B5-4812-BBCE-AE458AA3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7716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喜歡小狗，特別是法鬥和吉娃娃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E3946-7450-4C0C-96F6-B063065A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552950" cy="704850"/>
          </a:xfrm>
          <a:prstGeom xmlns:a="http://schemas.openxmlformats.org/drawingml/2006/main" prst="roundRect">
            <a:avLst>
              <a:gd name="adj" fmla="val 202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14098-317C-48FD-AE2E-B0489501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跑步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25309-2551-40BB-BF79-B62388E3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432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每天 7 公里，目標 9 公里 1 小時內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A0AB3-F066-43D0-8238-9A3CE0AB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4552950" cy="704850"/>
          </a:xfrm>
          <a:prstGeom xmlns:a="http://schemas.openxmlformats.org/drawingml/2006/main" prst="roundRect">
            <a:avLst>
              <a:gd name="adj" fmla="val 202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CEDE6-6FD2-4E5A-97CC-77E27240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音樂劇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923CC-98B4-49E9-B021-775F8E58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14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最愛《鐘樓怪人》，第二名《羅密歐與茱麗葉》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5E812-C447-4651-86E3-1BB567C9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47625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E8593-6414-4BA5-B63B-81052DD3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基隆口袋地圖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2FF36-5FE9-4884-8D48-A8674FFD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3143250" cy="2000250"/>
          </a:xfrm>
          <a:custGeom xmlns:a="http://schemas.openxmlformats.org/drawingml/2006/main">
            <a:pathLst>
              <a:path w="3143250" h="2000250">
                <a:moveTo>
                  <a:pt x="285750" y="457200"/>
                </a:moveTo>
                <a:lnTo>
                  <a:pt x="1123950" y="171450"/>
                </a:lnTo>
                <a:lnTo>
                  <a:pt x="2476500" y="342900"/>
                </a:lnTo>
                <a:lnTo>
                  <a:pt x="2876550" y="876300"/>
                </a:lnTo>
                <a:lnTo>
                  <a:pt x="2343150" y="1581150"/>
                </a:lnTo>
                <a:lnTo>
                  <a:pt x="1219200" y="1790700"/>
                </a:lnTo>
                <a:lnTo>
                  <a:pt x="419100" y="1371600"/>
                </a:lnTo>
                <a:close/>
              </a:path>
            </a:pathLst>
          </a:custGeom>
          <a:solidFill xmlns:a="http://schemas.openxmlformats.org/drawingml/2006/main">
            <a:srgbClr val="E8F0EF"/>
          </a:solidFill>
          <a:ln xmlns:a="http://schemas.openxmlformats.org/drawingml/2006/main" w="19050">
            <a:solidFill>
              <a:srgbClr val="2F6F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5EC3E-8405-4A20-9A11-F862D10D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9A3A6A-0936-4142-891B-8F611D83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廟口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夜市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980417-CF7B-44AC-AE1E-7BE52B36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09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DAF52A-6131-45B3-B894-91212380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1940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正濱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漁港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0DE774-EF25-4D2F-829B-B1414C0D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402F5B-796C-4E6A-91C1-1DA32E99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和平島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潮境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AD582-389F-46D2-92B7-0D6C5F08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10B2DA-46FF-40D0-8875-2BB430B6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195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海大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外木山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02FEF-E5EF-4B15-8986-CE0D7A41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958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3A3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3A3A3A"/>
                </a:solidFill>
                <a:latin typeface="Microsoft JhengHei"/>
                <a:ea typeface="Microsoft JhengHei"/>
                <a:cs typeface="Microsoft JhengHei"/>
              </a:rPr>
              <a:t>天氣好可以去看海、吃好吃的，也可以玩 SUP 或風浪板；之前划去外海看日出，很好玩，但真的會曬黑。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AD8969-E3BE-4CF2-A529-25824F62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6F72"/>
                </a:solidFill>
                <a:latin typeface="Microsoft JhengHei"/>
                <a:ea typeface="Microsoft JhengHei"/>
                <a:cs typeface="Microsoft JhengHei"/>
              </a:rPr>
              <a:t>大家來基隆不知道吃什麼可以問我，也歡迎推薦我很棒的餐廳。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B5E172-3976-4536-B8C8-A769C1DB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246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>
                <a:solidFill>
                  <a:srgbClr val="1A1A1A"/>
                </a:solidFill>
                <a:latin typeface="Microsoft JhengHei"/>
                <a:ea typeface="Microsoft JhengHei"/>
                <a:cs typeface="Microsoft JhengHei"/>
              </a:rPr>
              <a:t>Page 07</a:t>
            </a:r>
          </a:p>
        </p:txBody>
      </p:sp>
    </p:spTree>
    <p:extLst>
      <p:ext uri="{BB962C8B-B14F-4D97-AF65-F5344CB8AC3E}">
        <p14:creationId xmlns:p14="http://schemas.microsoft.com/office/powerpoint/2010/main" val="8137950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2026-07-17T07:56:55.6090000Z</dcterms:created>
  <dcterms:modified xsi:type="dcterms:W3CDTF">2026-07-17T07:56:55.6090000Z</dcterms:modified>
</coreProperties>
</file>