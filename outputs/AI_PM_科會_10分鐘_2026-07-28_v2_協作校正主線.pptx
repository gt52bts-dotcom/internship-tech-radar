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b49cd233344df" /><Relationship Type="http://schemas.openxmlformats.org/officeDocument/2006/relationships/extended-properties" Target="/docProps/app.xml" Id="R505795fa7c10460a" /><Relationship Type="http://schemas.openxmlformats.org/officeDocument/2006/relationships/officeDocument" Target="/ppt/presentation.xml" Id="R6cc82765b025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7ffe410ff4124"/>
  </p:sldMasterIdLst>
  <p:notesMasterIdLst>
    <p:notesMasterId xmlns:r="http://schemas.openxmlformats.org/officeDocument/2006/relationships" r:id="R2bf11cebd0ba4d94"/>
  </p:notesMasterIdLst>
  <p:sldIdLst>
    <p:sldId xmlns:r="http://schemas.openxmlformats.org/officeDocument/2006/relationships" id="256" r:id="R3247cf01d28e45a2"/>
    <p:sldId xmlns:r="http://schemas.openxmlformats.org/officeDocument/2006/relationships" id="257" r:id="R782b7fa46db64fc9"/>
    <p:sldId xmlns:r="http://schemas.openxmlformats.org/officeDocument/2006/relationships" id="258" r:id="R6fc24b17beef4b98"/>
    <p:sldId xmlns:r="http://schemas.openxmlformats.org/officeDocument/2006/relationships" id="259" r:id="Ra7abf7f17a0e4c64"/>
    <p:sldId xmlns:r="http://schemas.openxmlformats.org/officeDocument/2006/relationships" id="260" r:id="R43247a1db27145e2"/>
    <p:sldId xmlns:r="http://schemas.openxmlformats.org/officeDocument/2006/relationships" id="261" r:id="R5b850063756040d0"/>
    <p:sldId xmlns:r="http://schemas.openxmlformats.org/officeDocument/2006/relationships" id="262" r:id="R8d1be55c0b244882"/>
    <p:sldId xmlns:r="http://schemas.openxmlformats.org/officeDocument/2006/relationships" id="263" r:id="R505db2ddbab244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6312ebe8da4ab0" /><Relationship Type="http://schemas.openxmlformats.org/officeDocument/2006/relationships/slideMaster" Target="/ppt/slideMasters/slideMaster1.xml" Id="Rd6f7ffe410ff4124" /><Relationship Type="http://schemas.openxmlformats.org/officeDocument/2006/relationships/notesMaster" Target="/ppt/notesMasters/notesMaster1.xml" Id="R2bf11cebd0ba4d94" /><Relationship Type="http://schemas.openxmlformats.org/officeDocument/2006/relationships/presProps" Target="/ppt/presProps.xml" Id="Rfe5a7590331844a8" /><Relationship Type="http://schemas.openxmlformats.org/officeDocument/2006/relationships/tableStyles" Target="/ppt/tableStyles.xml" Id="Rff5cec78458b484b" /><Relationship Type="http://schemas.openxmlformats.org/officeDocument/2006/relationships/slide" Target="/ppt/slides/slide1.xml" Id="R3247cf01d28e45a2" /><Relationship Type="http://schemas.openxmlformats.org/officeDocument/2006/relationships/slide" Target="/ppt/slides/slide2.xml" Id="R782b7fa46db64fc9" /><Relationship Type="http://schemas.openxmlformats.org/officeDocument/2006/relationships/slide" Target="/ppt/slides/slide3.xml" Id="R6fc24b17beef4b98" /><Relationship Type="http://schemas.openxmlformats.org/officeDocument/2006/relationships/slide" Target="/ppt/slides/slide4.xml" Id="Ra7abf7f17a0e4c64" /><Relationship Type="http://schemas.openxmlformats.org/officeDocument/2006/relationships/slide" Target="/ppt/slides/slide5.xml" Id="R43247a1db27145e2" /><Relationship Type="http://schemas.openxmlformats.org/officeDocument/2006/relationships/slide" Target="/ppt/slides/slide6.xml" Id="R5b850063756040d0" /><Relationship Type="http://schemas.openxmlformats.org/officeDocument/2006/relationships/slide" Target="/ppt/slides/slide7.xml" Id="R8d1be55c0b244882" /><Relationship Type="http://schemas.openxmlformats.org/officeDocument/2006/relationships/slide" Target="/ppt/slides/slide8.xml" Id="R505db2ddbab2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daa8656e8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f9945fadab4c53" /><Relationship Type="http://schemas.openxmlformats.org/officeDocument/2006/relationships/notesMaster" Target="/ppt/notesMasters/notesMaster1.xml" Id="R443c5feba3ec4b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5f66100b7484c" /><Relationship Type="http://schemas.openxmlformats.org/officeDocument/2006/relationships/notesMaster" Target="/ppt/notesMasters/notesMaster1.xml" Id="R63880d0594f3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7eadf3f8a4d19" /><Relationship Type="http://schemas.openxmlformats.org/officeDocument/2006/relationships/notesMaster" Target="/ppt/notesMasters/notesMaster1.xml" Id="R673a0b5ff5f44b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2e8c3158d04abe" /><Relationship Type="http://schemas.openxmlformats.org/officeDocument/2006/relationships/notesMaster" Target="/ppt/notesMasters/notesMaster1.xml" Id="R92384b736fae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5bcdf4877845a2" /><Relationship Type="http://schemas.openxmlformats.org/officeDocument/2006/relationships/notesMaster" Target="/ppt/notesMasters/notesMaster1.xml" Id="R74b7daa536c842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755f8310a346b6" /><Relationship Type="http://schemas.openxmlformats.org/officeDocument/2006/relationships/notesMaster" Target="/ppt/notesMasters/notesMaster1.xml" Id="Rd2a7b0c4fcb0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96bd1c6b74a76" /><Relationship Type="http://schemas.openxmlformats.org/officeDocument/2006/relationships/notesMaster" Target="/ppt/notesMasters/notesMaster1.xml" Id="R76436f6415e24c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d3b2e1d2be482c" /><Relationship Type="http://schemas.openxmlformats.org/officeDocument/2006/relationships/notesMaster" Target="/ppt/notesMasters/notesMaster1.xml" Id="R8f5e68ed97d84a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685025b5d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82dc74ef848f4" /><Relationship Type="http://schemas.openxmlformats.org/officeDocument/2006/relationships/slideLayout" Target="/ppt/slideLayouts/slideLayout1.xml" Id="R45f5a201b467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f5a201b467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fdd449a2d4b09" /><Relationship Type="http://schemas.openxmlformats.org/officeDocument/2006/relationships/notesSlide" Target="/ppt/notesSlides/notesSlide1.xml" Id="R4e9e570aa210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a3ffe922d452a" /><Relationship Type="http://schemas.openxmlformats.org/officeDocument/2006/relationships/notesSlide" Target="/ppt/notesSlides/notesSlide2.xml" Id="R669279a5e560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565761aec48c6" /><Relationship Type="http://schemas.openxmlformats.org/officeDocument/2006/relationships/notesSlide" Target="/ppt/notesSlides/notesSlide3.xml" Id="Rcd56da9ef6e944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7b40e1f5140bb" /><Relationship Type="http://schemas.openxmlformats.org/officeDocument/2006/relationships/notesSlide" Target="/ppt/notesSlides/notesSlide4.xml" Id="R82be3bd13e7a42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e058c7dd84848" /><Relationship Type="http://schemas.openxmlformats.org/officeDocument/2006/relationships/notesSlide" Target="/ppt/notesSlides/notesSlide5.xml" Id="R51bfb5eb6dd2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dc90ed4d1436b" /><Relationship Type="http://schemas.openxmlformats.org/officeDocument/2006/relationships/notesSlide" Target="/ppt/notesSlides/notesSlide6.xml" Id="Rf915e8be0fea43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dc3647ca457d" /><Relationship Type="http://schemas.openxmlformats.org/officeDocument/2006/relationships/notesSlide" Target="/ppt/notesSlides/notesSlide7.xml" Id="Rda4d0cc66c56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262f98e540d4" /><Relationship Type="http://schemas.openxmlformats.org/officeDocument/2006/relationships/notesSlide" Target="/ppt/notesSlides/notesSlide8.xml" Id="R33877fd26740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5C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75AA4-5A6B-42FA-8343-878D2B6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AF352-F207-4EB8-A853-62F33E3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23950"/>
            <a:ext cx="20383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D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C2625-E353-4BBC-AD63-3A1496E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90625"/>
            <a:ext cx="2038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科會分享｜2026.07.28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1922-5F80-4ABA-B8D3-2616931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8191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AI PM 不是一次回答，</a:t>
            </a:r>
          </a:p>
          <a:p xmlns:a="http://schemas.openxmlformats.org/drawingml/2006/main">
            <a:pPr algn="l">
              <a:defRPr sz="33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而是一段被反覆校正的共同工作。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B2AC9-80C1-4A36-A240-67FD5A8B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這段時間，你不只給我指令；你一直在定義「什麼才算真的做好」。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1B16B-A0DF-468F-89E5-7824C09D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528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A6646-B2C0-4AD4-86E8-B5FC52D7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890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rPr>
              <a:t>重點不是我做了多少，而是你的回饋讓哪些事真的變了。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CAE4C-AD51-4669-BF51-50424B9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8C420-C6CF-4263-9EA7-D9B782C2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4710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D568C-DE27-410C-BE69-56DE2CC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01｜真正的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A9EC3-CD9F-46E4-B547-0D8E0C84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你的每次「這樣不對」，才是 AI PM 真正的 input。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691C9-C940-4124-AB28-2827AC74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每一個更正，都應該留下可見的系統改變。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C5E70-18C5-43CB-BB1D-8E6B5CE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243D1-574F-426A-BB07-4769DA2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34717-EFC0-4F04-A8CB-DD0346C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1945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54555-0E2B-4B73-AA72-6F305CCC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DFEC-E0C7-4227-9338-BCD9D2BF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47975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日誌第一眼看不懂。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515AD-F84C-48F3-8DD6-EABADA9C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21945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044D1-2C6E-4840-945A-B58ACF0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519DD-1841-44C1-AF40-51ECA07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47975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分數不要灌水。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0A9CF-0CEB-4FD0-9037-7AA98E02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21945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7D4AB-A2C1-4D4B-A7F0-9FBA3C9F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A8AD8-336F-489D-9B0C-F2B846A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47975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PoC 不能只有 AI 說成功。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1C6D7-7D6F-476E-B746-5DAE8F9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21945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C2944-9317-4DF6-B306-4F1AE0D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5D467-83CF-4500-8EAA-EA93565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086225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不要把未驗證寫成完成。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6FA76-50AA-4CDB-8BBA-5A177C39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0000"/>
            <a:ext cx="321945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075C4B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3D524-0942-465E-9227-FE1B951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74E87-F59B-4093-877B-AE399EF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86225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你要主動問、主動追。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B37AD-ECE5-4050-A84C-8CD005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4FD6D-A8F5-4DB3-8C09-14554D40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862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你要主動問、主動追。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97F58-293C-490D-8EA3-287E9D5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2925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rPr>
              <a:t>接下來不是「記住這些話」，而是看它們如何改掉工作流程。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26D70-70C3-4279-92D3-76AF28A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A4A22-7753-4700-9B60-B522B88D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2955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0FF16-278D-46C7-9668-C527F2DE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02｜校正一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8177-7B08-4FE1-BEDC-5946640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「日誌看不懂」讓整個記錄方式重做。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B26EB-CFB2-4659-B144-F185D0C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從 AI 自述與技術名詞堆疊，改成讓主管一眼讀懂今天做了什麼。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52258-1CF9-4034-8474-0091DFF5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9F56-CEA2-49AF-B061-AFF53C5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E4299-361A-4F77-A823-52655EB0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952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E0CAA-8CE5-479B-8B6E-6EF359D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2C73E-2623-4459-94C6-983AAE4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86075"/>
            <a:ext cx="31527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第一眼看不懂每天在做什麼。</a:t>
            </a:r>
          </a:p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不要堆專有名詞。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66EF0-33E9-45F1-BA9C-241E5B5C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6286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19508-2144-4484-972D-6559A3E6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實際改動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EB1D4-EE18-41A8-911B-736610F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48025"/>
            <a:ext cx="538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重寫正式日誌模板，並回頭調整 7/13 至 7/21 的日誌口吻與結構。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2DA28-AE9B-49AF-9F09-1B57D0E3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執行軌跡保留指令與過程；正式日誌只寫 Cleo 做到的成果、證據與下一步。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0ECC8-A7B2-4262-9BE0-7FE2EFB3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600700"/>
            <a:ext cx="57340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7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49960-CBCF-4D01-AC9B-074955B5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667375"/>
            <a:ext cx="5734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從「看起來有做」變成「看得懂做了什麼」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67DEF-9CCA-49A3-A892-1F4E88C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3518F-5D71-4C5D-8080-7DEC53C5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1164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5C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5446A-E207-4C1A-8944-D13CFC8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rPr>
              <a:t>03｜校正二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2C745-56DE-4CF8-931A-44159B22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「不要灌分」讓 AI PM 學會把好看，讓位給誠實。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E464-52DB-4A85-8569-08128F0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rPr>
              <a:t>不是重算一次就結束，而是把計分上限、證據門檻和同步規則一起改掉。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A6CAD-9B9E-4528-81F3-7BBACFBD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095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66534-55A2-4835-927B-7C1F6903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原本累積分數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B8977-82B5-4E7F-BCD8-150C522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D968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D96856"/>
                </a:solidFill>
                <a:latin typeface="Microsoft JhengHei"/>
                <a:ea typeface="Microsoft JhengHei"/>
                <a:cs typeface="Microsoft JhengHei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D37E0-5D0F-4B1F-BD56-B9DA8BE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4095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F3BA9-5D94-4310-A6F1-7BE0964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嚴格重算後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52420-9184-4E00-890C-FAC366C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B8CB2-4CCD-4BCE-A4B6-B7245F35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CAC6-E6FE-43CD-BCA0-3CCEEBFC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9953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每天五個 Skill 加總最高 10 分；使用者回報、CLI 查證、Console 確認分開寫。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2A95F-268D-4CB1-9A01-FE016CA8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39F58-FE23-4022-AB98-33023F1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3817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22399-92B5-4831-A29F-09E68B4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04｜校正三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CA9D7-94AD-43F4-8932-A9D51BB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PoC 成功之外，你還要能再做一次。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BB26-AE58-411E-B092-C1AF71D5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這是 mentor 討論後最關鍵的轉向：成功不是終點，能解釋與重做才是。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60C4F-0FE6-4AB4-B1BB-71511E1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7D395-A95F-4A48-8E0F-B7C1560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F43C5-700E-44C6-9434-42FBFAF2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2524125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E99B0-9CB1-4C39-BECF-B56B4217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C41F7-865C-433B-B3EF-CA00400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部署前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90664-A031-4075-BF46-8104204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先說資源、成本、</a:t>
            </a:r>
          </a:p>
          <a:p xmlns:a="http://schemas.openxmlformats.org/drawingml/2006/main">
            <a:pPr algn="l">
              <a:def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授權與 cleanup。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A41C7-866B-4DE4-8C85-15373D0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2524125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07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26EFE-7EF0-4023-8469-72900CD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575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281B2-8B35-4DFC-8055-F762DE0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95675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部署中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93C24-7420-4F98-80AA-2B70DFE7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rPr>
              <a:t>CDK bootstrap 受阻時，</a:t>
            </a:r>
          </a:p>
          <a:p xmlns:a="http://schemas.openxmlformats.org/drawingml/2006/main">
            <a:pPr algn="l">
              <a:defRPr sz="135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rPr>
              <a:t>切換 CloudFormation deploy。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1D600-4F2C-498C-AEB6-2094DD86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9875"/>
            <a:ext cx="2524125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7AD6A-9BE9-4AAD-B97C-76E01E5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575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A251A-EED4-4306-BE17-687EBDA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95675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驗證後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43A6E-4F80-406B-857F-08A247C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區分 CLI 與 Console；</a:t>
            </a:r>
          </a:p>
          <a:p xmlns:a="http://schemas.openxmlformats.org/drawingml/2006/main">
            <a:pPr algn="l">
              <a:def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保留雙向讀寫證據。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0C1B3-A67D-4A5E-9E72-20D2799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768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rPr>
              <a:t>結果：不是只留下 stack，而是留下教學書、資源關係與下一次可重做的路線。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8D0FF-310E-4D3F-A723-0BBF51A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A7932-DBA0-470C-A242-6A9C54D1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7094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13847-9D92-4C72-8632-9ED35AD1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05｜校正四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2D823-6612-4A4C-99CC-0AD6602A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失敗、fallback 與待驗證，也要正式留下來。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42409-8D8D-4E6D-856B-DD4DAE81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38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 的工作不是把事情講成成功，而是讓下一個決策看見真實狀態。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13F52-6442-48A9-9631-4141FAD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8CC67-F428-473C-A58D-64A99CCB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A2EA8-85F6-45F1-8759-32311AF1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6004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F6AE2-0BDB-4DD2-898C-635892E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AC9C-4169-45E8-A3AA-279CC795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95600"/>
            <a:ext cx="28003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仍需 human review gate 的</a:t>
            </a:r>
          </a:p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真人決定與理由。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BFFD4-F57B-4974-804F-1D44C75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6000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13A4A-AD04-4DB2-BFEE-8A660B7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2F052-B384-41EF-AA6F-F75E561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95600"/>
            <a:ext cx="547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LLM 評估遭遇 layer 相容性問題與 API key 無效後，明確改標為 fallback；不偽稱成 LLM 成功。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0B9A1-C93D-48A9-B185-025BFD8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05325"/>
            <a:ext cx="84772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1C79D-C132-45D0-9CFF-36E4E6D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05350"/>
            <a:ext cx="7858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75C4B"/>
                </a:solidFill>
                <a:latin typeface="Microsoft JhengHei"/>
                <a:ea typeface="Microsoft JhengHei"/>
                <a:cs typeface="Microsoft JhengHei"/>
              </a:rPr>
              <a:t>已驗證：S3 與 mount 雙向讀寫｜待處理：Console 人工確認、核准理由與 cleanup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C0DB9-2D85-4122-8301-26179820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誠實不是把成果變小；是讓成果能被信任。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4E3D8-5EEC-49C7-B19D-B2DDAA4C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729C3-9C0D-4693-B3AF-3F93CFA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9815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5C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FF0C4-B3A3-4C6F-82AB-F45AB53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DB942"/>
                </a:solidFill>
                <a:latin typeface="Microsoft JhengHei"/>
                <a:ea typeface="Microsoft JhengHei"/>
                <a:cs typeface="Microsoft JhengHei"/>
              </a:rPr>
              <a:t>06｜校正五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2D737-9DDD-475C-928B-2718A12C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904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「人類會想太多！」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所以 AI PM 要把想法接成待辦，而不是只記在聊天裡。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4D10B-B45D-4B93-9703-7562CF9D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9906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00E94-5707-416A-B2EB-1F5E1DB2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你說的情境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93F7E-5223-4948-9BC5-31779F5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619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今天去總公司共融活動。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F235F-1DE6-41C6-A38C-F4A35E6F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9906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C86CC-19FE-444A-8442-3DEEECAC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AI PM 的判斷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98761-B0E5-479A-9CA5-2F424EBE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619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這是組織融入素材，不是技術成果。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F48CF-70FE-4E4E-A5FD-BFA9C05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906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33DAB-264A-49F7-A5D8-CA0E108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留下的下一步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85997-03F7-453B-8CE1-BAF76BF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619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放入科會敘事，並和技術交付分開。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CFCC9-77A7-4137-A85C-ABB89CE9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952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DEFEA"/>
                </a:solidFill>
                <a:latin typeface="Microsoft JhengHei"/>
                <a:ea typeface="Microsoft JhengHei"/>
                <a:cs typeface="Microsoft JhengHei"/>
              </a:rPr>
              <a:t>主動反問的標準：只有在範圍、風險、驗證或責任不清楚時才問。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D0AAD-5203-479E-9251-F6155A67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7C183-6E69-4383-AB37-EE95D83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6541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B3B0B-1599-4687-9416-1E00B9E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D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86740-380D-4769-A652-5CA6B290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D599B-120B-467A-BA0D-B9026DD8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這段時間，AI PM 真正幫上的忙是：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63C6B-94D2-4E05-9C9A-03E556E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059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C738D-919E-4C2D-9AFD-D9BCAFD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C5E2E-9141-44BD-9572-D11B43AC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050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把你的標準變成規則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9A5EB-5A26-4D5B-9A72-DAE2DE0B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5286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不只是答應「之後注意」。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ECD10-F5E6-4E70-A932-CEE2F49F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059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12884-3631-446B-9FB9-6FD10AC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41FD2-8AF2-4E8B-B540-FC4041A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把錯誤變成修正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4983E-9F60-4E02-BFA9-71416C84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286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不只改一段話，而是回頭改模板、分數、流程與驗證。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0561D-E53C-4457-934E-C5AB2A42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1059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0AA1D-621A-4483-8AD4-6621595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4342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38B7C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A8C5A-4180-4C31-8C51-C3B16BA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8627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231F"/>
                </a:solidFill>
                <a:latin typeface="Microsoft JhengHei"/>
                <a:ea typeface="Microsoft JhengHei"/>
                <a:cs typeface="Microsoft JhengHei"/>
              </a:rPr>
              <a:t>把工作留下來給下一次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875FF-D797-4AC9-AB20-F81460F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5286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讓你、mentor 或下一個協作者能接著判斷與執行。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1ABFD-7F57-4425-A9A8-9E1FE56E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19750"/>
            <a:ext cx="87249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75C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31659-81C9-4128-A2BC-F05F24C9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62625"/>
            <a:ext cx="819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PM 不是取代人，而是讓人的回饋真的改變工作。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71461-D330-4675-9A67-2618FE5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AI PM｜科會分享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49C4D-8F5B-45DF-AB4B-673792EB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865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16D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5531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2026-07-23T07:34:11.4630000Z</dcterms:created>
  <dcterms:modified xsi:type="dcterms:W3CDTF">2026-07-23T07:34:11.4630000Z</dcterms:modified>
</coreProperties>
</file>