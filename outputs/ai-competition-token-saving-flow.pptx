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64fba7e72460e" /><Relationship Type="http://schemas.openxmlformats.org/officeDocument/2006/relationships/extended-properties" Target="/docProps/app.xml" Id="Rd83bcac6e4ed4caa" /><Relationship Type="http://schemas.openxmlformats.org/officeDocument/2006/relationships/officeDocument" Target="/ppt/presentation.xml" Id="R4f6b9a67c5c2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46520e31d4c94"/>
  </p:sldMasterIdLst>
  <p:notesMasterIdLst>
    <p:notesMasterId xmlns:r="http://schemas.openxmlformats.org/officeDocument/2006/relationships" r:id="R28f78c1db71a42bb"/>
  </p:notesMasterIdLst>
  <p:sldIdLst>
    <p:sldId xmlns:r="http://schemas.openxmlformats.org/officeDocument/2006/relationships" id="256" r:id="R51fb766856394c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8234d064704974" /><Relationship Type="http://schemas.openxmlformats.org/officeDocument/2006/relationships/slideMaster" Target="/ppt/slideMasters/slideMaster1.xml" Id="R9ab46520e31d4c94" /><Relationship Type="http://schemas.openxmlformats.org/officeDocument/2006/relationships/notesMaster" Target="/ppt/notesMasters/notesMaster1.xml" Id="R28f78c1db71a42bb" /><Relationship Type="http://schemas.openxmlformats.org/officeDocument/2006/relationships/presProps" Target="/ppt/presProps.xml" Id="R544eb75f257c4036" /><Relationship Type="http://schemas.openxmlformats.org/officeDocument/2006/relationships/tableStyles" Target="/ppt/tableStyles.xml" Id="Rc706d7befad54edf" /><Relationship Type="http://schemas.openxmlformats.org/officeDocument/2006/relationships/slide" Target="/ppt/slides/slide1.xml" Id="R51fb766856394c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7d6f390c646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84d3778664d6c" /><Relationship Type="http://schemas.openxmlformats.org/officeDocument/2006/relationships/notesMaster" Target="/ppt/notesMasters/notesMaster1.xml" Id="R555bf77b3917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d8b714895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8de8e3111405e" /><Relationship Type="http://schemas.openxmlformats.org/officeDocument/2006/relationships/slideLayout" Target="/ppt/slideLayouts/slideLayout1.xml" Id="R517541f51f1744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541f51f1744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8b1ce26854e71" /><Relationship Type="http://schemas.openxmlformats.org/officeDocument/2006/relationships/image" Target="/ppt/media/image.png" Id="R79ebc24ba8a84151" /><Relationship Type="http://schemas.openxmlformats.org/officeDocument/2006/relationships/notesSlide" Target="/ppt/notesSlides/notesSlide1.xml" Id="R7dccb58a43d54f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bc24ba8a841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6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2026-08-18T11:14:20.8540000Z</dcterms:created>
  <dcterms:modified xsi:type="dcterms:W3CDTF">2026-08-18T11:14:20.8540000Z</dcterms:modified>
</coreProperties>
</file>